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8fa18346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48fa18346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8fa18346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48fa18346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8fa18346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8fa18346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8fa18346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8fa18346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8fa18346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48fa18346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48fa18346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48fa18346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48fa18346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48fa18346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48fa18346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48fa18346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1858700" y="32607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Chandan J</a:t>
            </a:r>
            <a:endParaRPr b="1" sz="3000"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63" y="980050"/>
            <a:ext cx="8418273" cy="22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84882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775" y="152400"/>
            <a:ext cx="4392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840060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2400"/>
            <a:ext cx="85824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870561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86330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1000"/>
            <a:ext cx="8839201" cy="422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2400"/>
            <a:ext cx="72352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