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Lst>
  <p:sldSz cy="6858000" cx="12192000"/>
  <p:notesSz cx="6858000" cy="9144000"/>
  <p:embeddedFontLst>
    <p:embeddedFont>
      <p:font typeface="Quattrocento Sans"/>
      <p:regular r:id="rId71"/>
      <p:bold r:id="rId72"/>
      <p:italic r:id="rId73"/>
      <p:boldItalic r:id="rId7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480">
          <p15:clr>
            <a:srgbClr val="A4A3A4"/>
          </p15:clr>
        </p15:guide>
        <p15:guide id="3" pos="7200">
          <p15:clr>
            <a:srgbClr val="A4A3A4"/>
          </p15:clr>
        </p15:guide>
        <p15:guide id="4" pos="4368">
          <p15:clr>
            <a:srgbClr val="A4A3A4"/>
          </p15:clr>
        </p15:guide>
      </p15:sldGuideLst>
    </p:ext>
    <p:ext uri="GoogleSlidesCustomDataVersion2">
      <go:slidesCustomData xmlns:go="http://customooxmlschemas.google.com/" r:id="rId75" roundtripDataSignature="AMtx7mj7MzqNojgFwR7qzcfOIW6XJYos2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6C3152C-73CA-4E43-9326-F6BD6996F63D}">
  <a:tblStyle styleId="{86C3152C-73CA-4E43-9326-F6BD6996F63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480"/>
        <p:guide pos="7200"/>
        <p:guide pos="436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font" Target="fonts/QuattrocentoSans-italic.fntdata"/><Relationship Id="rId72" Type="http://schemas.openxmlformats.org/officeDocument/2006/relationships/font" Target="fonts/QuattrocentoSans-bold.fntdata"/><Relationship Id="rId31" Type="http://schemas.openxmlformats.org/officeDocument/2006/relationships/slide" Target="slides/slide24.xml"/><Relationship Id="rId75" Type="http://customschemas.google.com/relationships/presentationmetadata" Target="metadata"/><Relationship Id="rId30" Type="http://schemas.openxmlformats.org/officeDocument/2006/relationships/slide" Target="slides/slide23.xml"/><Relationship Id="rId74" Type="http://schemas.openxmlformats.org/officeDocument/2006/relationships/font" Target="fonts/QuattrocentoSans-boldItalic.fntdata"/><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71" Type="http://schemas.openxmlformats.org/officeDocument/2006/relationships/font" Target="fonts/QuattrocentoSans-regular.fntdata"/><Relationship Id="rId70" Type="http://schemas.openxmlformats.org/officeDocument/2006/relationships/slide" Target="slides/slide63.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slide" Target="slides/slide57.xml"/><Relationship Id="rId63" Type="http://schemas.openxmlformats.org/officeDocument/2006/relationships/slide" Target="slides/slide56.xml"/><Relationship Id="rId22" Type="http://schemas.openxmlformats.org/officeDocument/2006/relationships/slide" Target="slides/slide15.xml"/><Relationship Id="rId66" Type="http://schemas.openxmlformats.org/officeDocument/2006/relationships/slide" Target="slides/slide59.xml"/><Relationship Id="rId21" Type="http://schemas.openxmlformats.org/officeDocument/2006/relationships/slide" Target="slides/slide14.xml"/><Relationship Id="rId65" Type="http://schemas.openxmlformats.org/officeDocument/2006/relationships/slide" Target="slides/slide58.xml"/><Relationship Id="rId24" Type="http://schemas.openxmlformats.org/officeDocument/2006/relationships/slide" Target="slides/slide17.xml"/><Relationship Id="rId68" Type="http://schemas.openxmlformats.org/officeDocument/2006/relationships/slide" Target="slides/slide61.xml"/><Relationship Id="rId23" Type="http://schemas.openxmlformats.org/officeDocument/2006/relationships/slide" Target="slides/slide16.xml"/><Relationship Id="rId67" Type="http://schemas.openxmlformats.org/officeDocument/2006/relationships/slide" Target="slides/slide60.xml"/><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slide" Target="slides/slide62.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81" name="Google Shape;8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8" name="Google Shape;88;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ca6a579762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ca6a579762_1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5" name="Google Shape;95;g2ca6a579762_1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83a0ad4a90_0_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0" name="Google Shape;100;g283a0ad4a90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ca6a579762_1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ca6a579762_1_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7" name="Google Shape;107;g2ca6a579762_1_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ca6a579762_1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ca6a579762_1_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3" name="Google Shape;113;g2ca6a579762_1_1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83a0ad4a90_0_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8" name="Google Shape;118;g283a0ad4a90_0_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83a0ad4a90_0_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4" name="Google Shape;124;g283a0ad4a90_0_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83a0ad4a90_0_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0" name="Google Shape;130;g283a0ad4a90_0_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83a0ad4a90_0_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6" name="Google Shape;136;g283a0ad4a90_0_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83a0ad4a90_0_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2" name="Google Shape;142;g283a0ad4a90_0_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8" name="Google Shape;14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83a0ad4a90_0_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5" name="Google Shape;155;g283a0ad4a90_0_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83a0ad4a90_0_8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2" name="Google Shape;162;g283a0ad4a90_0_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83a0ad4a90_0_8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9" name="Google Shape;169;g283a0ad4a90_0_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83a0ad4a90_0_9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5" name="Google Shape;175;g283a0ad4a90_0_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83a0ad4a90_0_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9" name="Google Shape;189;g283a0ad4a90_0_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83a0ad4a90_0_1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4" name="Google Shape;194;g283a0ad4a90_0_1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83a0ad4a90_0_1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9" name="Google Shape;199;g283a0ad4a90_0_1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83a0ad4a90_0_1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5" name="Google Shape;205;g283a0ad4a90_0_1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83a0ad4a90_0_1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2" name="Google Shape;212;g283a0ad4a90_0_1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83a0ad4a90_0_1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9" name="Google Shape;219;g283a0ad4a90_0_1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83a0ad4a90_0_1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6" name="Google Shape;226;g283a0ad4a90_0_1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83a0ad4a90_0_1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3" name="Google Shape;233;g283a0ad4a90_0_1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83a0ad4a90_0_18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0" name="Google Shape;240;g283a0ad4a90_0_1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83a0ad4a90_0_2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0" name="Google Shape;250;g283a0ad4a90_0_2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283a0ad4a90_0_2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5" name="Google Shape;255;g283a0ad4a90_0_2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283a0ad4a90_0_2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3" name="Google Shape;263;g283a0ad4a90_0_2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283a0ad4a90_0_2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9" name="Google Shape;269;g283a0ad4a90_0_2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283a0ad4a90_0_2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83" name="Google Shape;283;g283a0ad4a90_0_2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283a0ad4a90_0_2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89" name="Google Shape;289;g283a0ad4a90_0_2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96" name="Google Shape;296;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83a0ad4a90_0_28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2" name="Google Shape;302;g283a0ad4a90_0_2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283a0ad4a90_0_29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9" name="Google Shape;309;g283a0ad4a90_0_2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283a0ad4a90_0_30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15" name="Google Shape;315;g283a0ad4a90_0_3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283a0ad4a90_0_30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21" name="Google Shape;321;g283a0ad4a90_0_3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283a0ad4a90_0_3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27" name="Google Shape;327;g283a0ad4a90_0_3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283a0ad4a90_0_3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3" name="Google Shape;333;g283a0ad4a90_0_3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283a0ad4a90_0_3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9" name="Google Shape;339;g283a0ad4a90_0_3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283a0ad4a90_0_3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46" name="Google Shape;346;g283a0ad4a90_0_3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283a0ad4a90_0_3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52" name="Google Shape;352;g283a0ad4a90_0_3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283a0ad4a90_0_3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58" name="Google Shape;358;g283a0ad4a90_0_3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283a0ad4a90_0_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64" name="Google Shape;364;g283a0ad4a90_0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283a0ad4a90_0_3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70" name="Google Shape;370;g283a0ad4a90_0_3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283a0ad4a90_0_38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76" name="Google Shape;376;g283a0ad4a90_0_3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283a0ad4a90_0_39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82" name="Google Shape;382;g283a0ad4a90_0_3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283a0ad4a90_0_40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88" name="Google Shape;388;g283a0ad4a90_0_4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2be0b24f419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94" name="Google Shape;394;g2be0b24f419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2be0b24f419_0_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00" name="Google Shape;400;g2be0b24f419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2be0b24f419_0_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06" name="Google Shape;406;g2be0b24f419_0_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283a0ad4a90_0_28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12" name="Google Shape;412;g283a0ad4a90_0_2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283a0ad4a90_0_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18" name="Google Shape;418;g283a0ad4a90_0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283a0ad4a90_0_4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24" name="Google Shape;424;g283a0ad4a90_0_4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283a0ad4a90_0_3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30" name="Google Shape;430;g283a0ad4a90_0_3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283a0ad4a90_0_4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36" name="Google Shape;436;g283a0ad4a90_0_4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283a0ad4a90_0_4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44" name="Google Shape;444;g283a0ad4a90_0_4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283a0ad4a90_0_4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52" name="Google Shape;452;g283a0ad4a90_0_4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283a0ad4a90_0_4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58" name="Google Shape;458;g283a0ad4a90_0_4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283a0ad4a90_0_4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64" name="Google Shape;464;g283a0ad4a90_0_4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283a0ad4a90_0_49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70" name="Google Shape;470;g283a0ad4a90_0_4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283a0ad4a90_0_50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76" name="Google Shape;476;g283a0ad4a90_0_5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283a0ad4a90_0_50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82" name="Google Shape;482;g283a0ad4a90_0_5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88" name="Google Shape;488;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9" name="Google Shape;489;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p:cSld name="Title ">
    <p:bg>
      <p:bgPr>
        <a:solidFill>
          <a:schemeClr val="lt1"/>
        </a:solidFill>
      </p:bgPr>
    </p:bg>
    <p:spTree>
      <p:nvGrpSpPr>
        <p:cNvPr id="15" name="Shape 15"/>
        <p:cNvGrpSpPr/>
        <p:nvPr/>
      </p:nvGrpSpPr>
      <p:grpSpPr>
        <a:xfrm>
          <a:off x="0" y="0"/>
          <a:ext cx="0" cy="0"/>
          <a:chOff x="0" y="0"/>
          <a:chExt cx="0" cy="0"/>
        </a:xfrm>
      </p:grpSpPr>
      <p:pic>
        <p:nvPicPr>
          <p:cNvPr id="16" name="Google Shape;16;p14"/>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7" name="Google Shape;17;p14"/>
          <p:cNvSpPr txBox="1"/>
          <p:nvPr>
            <p:ph type="title"/>
          </p:nvPr>
        </p:nvSpPr>
        <p:spPr>
          <a:xfrm>
            <a:off x="2581656" y="2304288"/>
            <a:ext cx="7022592" cy="2258568"/>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70B9B1"/>
              </a:buClr>
              <a:buSzPts val="4800"/>
              <a:buFont typeface="Quattrocento Sans"/>
              <a:buNone/>
              <a:defRPr b="1" sz="4800">
                <a:solidFill>
                  <a:srgbClr val="70B9B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pos="280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fetti Content Orange">
  <p:cSld name="Confetti Content Orange">
    <p:bg>
      <p:bgPr>
        <a:solidFill>
          <a:schemeClr val="accent1"/>
        </a:solidFill>
      </p:bgPr>
    </p:bg>
    <p:spTree>
      <p:nvGrpSpPr>
        <p:cNvPr id="18" name="Shape 18"/>
        <p:cNvGrpSpPr/>
        <p:nvPr/>
      </p:nvGrpSpPr>
      <p:grpSpPr>
        <a:xfrm>
          <a:off x="0" y="0"/>
          <a:ext cx="0" cy="0"/>
          <a:chOff x="0" y="0"/>
          <a:chExt cx="0" cy="0"/>
        </a:xfrm>
      </p:grpSpPr>
      <p:pic>
        <p:nvPicPr>
          <p:cNvPr id="19" name="Google Shape;19;p18"/>
          <p:cNvPicPr preferRelativeResize="0"/>
          <p:nvPr/>
        </p:nvPicPr>
        <p:blipFill rotWithShape="1">
          <a:blip r:embed="rId2">
            <a:alphaModFix/>
          </a:blip>
          <a:srcRect b="45480" l="3994" r="11052" t="34041"/>
          <a:stretch/>
        </p:blipFill>
        <p:spPr>
          <a:xfrm>
            <a:off x="-3048" y="35012"/>
            <a:ext cx="12198096" cy="6787977"/>
          </a:xfrm>
          <a:prstGeom prst="rect">
            <a:avLst/>
          </a:prstGeom>
          <a:noFill/>
          <a:ln>
            <a:noFill/>
          </a:ln>
        </p:spPr>
      </p:pic>
      <p:sp>
        <p:nvSpPr>
          <p:cNvPr id="20" name="Google Shape;20;p18"/>
          <p:cNvSpPr txBox="1"/>
          <p:nvPr>
            <p:ph type="title"/>
          </p:nvPr>
        </p:nvSpPr>
        <p:spPr>
          <a:xfrm>
            <a:off x="1525301" y="1995467"/>
            <a:ext cx="9141397" cy="615553"/>
          </a:xfrm>
          <a:prstGeom prst="rect">
            <a:avLst/>
          </a:prstGeom>
          <a:noFill/>
          <a:ln>
            <a:noFill/>
          </a:ln>
        </p:spPr>
        <p:txBody>
          <a:bodyPr anchorCtr="0" anchor="b" bIns="0" lIns="0" spcFirstLastPara="1" rIns="0" wrap="square" tIns="0">
            <a:spAutoFit/>
          </a:bodyPr>
          <a:lstStyle>
            <a:lvl1pPr lvl="0" algn="ctr">
              <a:lnSpc>
                <a:spcPct val="100000"/>
              </a:lnSpc>
              <a:spcBef>
                <a:spcPts val="0"/>
              </a:spcBef>
              <a:spcAft>
                <a:spcPts val="0"/>
              </a:spcAft>
              <a:buClr>
                <a:schemeClr val="lt1"/>
              </a:buClr>
              <a:buSzPts val="4000"/>
              <a:buFont typeface="Quattrocento Sans"/>
              <a:buNone/>
              <a:defRPr b="1" i="0" sz="4000" cap="none">
                <a:solidFill>
                  <a:schemeClr val="lt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18"/>
          <p:cNvSpPr txBox="1"/>
          <p:nvPr>
            <p:ph idx="1" type="body"/>
          </p:nvPr>
        </p:nvSpPr>
        <p:spPr>
          <a:xfrm>
            <a:off x="2196307" y="3260705"/>
            <a:ext cx="7799387" cy="1534757"/>
          </a:xfrm>
          <a:prstGeom prst="rect">
            <a:avLst/>
          </a:prstGeom>
          <a:noFill/>
          <a:ln>
            <a:noFill/>
          </a:ln>
        </p:spPr>
        <p:txBody>
          <a:bodyPr anchorCtr="0" anchor="t" bIns="0" lIns="0" spcFirstLastPara="1" rIns="0" wrap="square" tIns="0">
            <a:noAutofit/>
          </a:bodyPr>
          <a:lstStyle>
            <a:lvl1pPr indent="-228600" lvl="0" marL="457200" algn="ctr">
              <a:lnSpc>
                <a:spcPct val="90000"/>
              </a:lnSpc>
              <a:spcBef>
                <a:spcPts val="0"/>
              </a:spcBef>
              <a:spcAft>
                <a:spcPts val="0"/>
              </a:spcAft>
              <a:buClr>
                <a:schemeClr val="lt1"/>
              </a:buClr>
              <a:buSzPts val="1800"/>
              <a:buFont typeface="Arial"/>
              <a:buNone/>
              <a:defRPr sz="1800">
                <a:solidFill>
                  <a:schemeClr val="lt1"/>
                </a:solidFill>
                <a:latin typeface="Quattrocento Sans"/>
                <a:ea typeface="Quattrocento Sans"/>
                <a:cs typeface="Quattrocento Sans"/>
                <a:sym typeface="Quattrocento Sans"/>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2160">
          <p15:clr>
            <a:srgbClr val="FBAE40"/>
          </p15:clr>
        </p15:guide>
        <p15:guide id="2" pos="6127">
          <p15:clr>
            <a:srgbClr val="5ACBF0"/>
          </p15:clr>
        </p15:guide>
        <p15:guide id="3" orient="horz" pos="2243">
          <p15:clr>
            <a:srgbClr val="5ACBF0"/>
          </p15:clr>
        </p15:guide>
        <p15:guide id="4" orient="horz" pos="2488">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Photo Content">
  <p:cSld name="One Photo Content">
    <p:bg>
      <p:bgPr>
        <a:solidFill>
          <a:schemeClr val="accent4"/>
        </a:solidFill>
      </p:bgPr>
    </p:bg>
    <p:spTree>
      <p:nvGrpSpPr>
        <p:cNvPr id="22" name="Shape 22"/>
        <p:cNvGrpSpPr/>
        <p:nvPr/>
      </p:nvGrpSpPr>
      <p:grpSpPr>
        <a:xfrm>
          <a:off x="0" y="0"/>
          <a:ext cx="0" cy="0"/>
          <a:chOff x="0" y="0"/>
          <a:chExt cx="0" cy="0"/>
        </a:xfrm>
      </p:grpSpPr>
      <p:sp>
        <p:nvSpPr>
          <p:cNvPr id="23" name="Google Shape;23;p19"/>
          <p:cNvSpPr txBox="1"/>
          <p:nvPr>
            <p:ph idx="1" type="body"/>
          </p:nvPr>
        </p:nvSpPr>
        <p:spPr>
          <a:xfrm>
            <a:off x="762000" y="1905000"/>
            <a:ext cx="5334000" cy="32766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40857E"/>
              </a:buClr>
              <a:buSzPts val="1800"/>
              <a:buNone/>
              <a:defRPr b="1" sz="1800">
                <a:solidFill>
                  <a:srgbClr val="40857E"/>
                </a:solidFill>
              </a:defRPr>
            </a:lvl1pPr>
            <a:lvl2pPr indent="-342900" lvl="1" marL="914400" algn="l">
              <a:lnSpc>
                <a:spcPct val="90000"/>
              </a:lnSpc>
              <a:spcBef>
                <a:spcPts val="1000"/>
              </a:spcBef>
              <a:spcAft>
                <a:spcPts val="0"/>
              </a:spcAft>
              <a:buClr>
                <a:srgbClr val="40857E"/>
              </a:buClr>
              <a:buSzPts val="1800"/>
              <a:buChar char="•"/>
              <a:defRPr sz="1800">
                <a:solidFill>
                  <a:srgbClr val="40857E"/>
                </a:solidFill>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4" name="Google Shape;24;p19"/>
          <p:cNvSpPr/>
          <p:nvPr>
            <p:ph idx="2" type="pic"/>
          </p:nvPr>
        </p:nvSpPr>
        <p:spPr>
          <a:xfrm>
            <a:off x="6858000" y="715963"/>
            <a:ext cx="4572000" cy="5113336"/>
          </a:xfrm>
          <a:prstGeom prst="rect">
            <a:avLst/>
          </a:prstGeom>
          <a:noFill/>
          <a:ln>
            <a:noFill/>
          </a:ln>
        </p:spPr>
      </p:sp>
      <p:pic>
        <p:nvPicPr>
          <p:cNvPr id="25" name="Google Shape;25;p19"/>
          <p:cNvPicPr preferRelativeResize="0"/>
          <p:nvPr/>
        </p:nvPicPr>
        <p:blipFill rotWithShape="1">
          <a:blip r:embed="rId2">
            <a:alphaModFix/>
          </a:blip>
          <a:srcRect b="0" l="0" r="0" t="0"/>
          <a:stretch/>
        </p:blipFill>
        <p:spPr>
          <a:xfrm>
            <a:off x="0" y="5074048"/>
            <a:ext cx="6407956" cy="1783952"/>
          </a:xfrm>
          <a:prstGeom prst="rect">
            <a:avLst/>
          </a:prstGeom>
          <a:noFill/>
          <a:ln>
            <a:noFill/>
          </a:ln>
        </p:spPr>
      </p:pic>
      <p:sp>
        <p:nvSpPr>
          <p:cNvPr id="26" name="Google Shape;26;p19"/>
          <p:cNvSpPr txBox="1"/>
          <p:nvPr>
            <p:ph type="title"/>
          </p:nvPr>
        </p:nvSpPr>
        <p:spPr>
          <a:xfrm>
            <a:off x="762000" y="715961"/>
            <a:ext cx="5334000" cy="1189037"/>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4000"/>
              <a:buFont typeface="Quattrocento Sans"/>
              <a:buNone/>
              <a:defRPr b="1" sz="40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ttom Pattern White">
  <p:cSld name="Bottom Pattern White">
    <p:bg>
      <p:bgPr>
        <a:solidFill>
          <a:schemeClr val="accent5"/>
        </a:solidFill>
      </p:bgPr>
    </p:bg>
    <p:spTree>
      <p:nvGrpSpPr>
        <p:cNvPr id="27" name="Shape 27"/>
        <p:cNvGrpSpPr/>
        <p:nvPr/>
      </p:nvGrpSpPr>
      <p:grpSpPr>
        <a:xfrm>
          <a:off x="0" y="0"/>
          <a:ext cx="0" cy="0"/>
          <a:chOff x="0" y="0"/>
          <a:chExt cx="0" cy="0"/>
        </a:xfrm>
      </p:grpSpPr>
      <p:sp>
        <p:nvSpPr>
          <p:cNvPr id="28" name="Google Shape;28;p20"/>
          <p:cNvSpPr txBox="1"/>
          <p:nvPr>
            <p:ph type="title"/>
          </p:nvPr>
        </p:nvSpPr>
        <p:spPr>
          <a:xfrm>
            <a:off x="762000" y="716577"/>
            <a:ext cx="10668000" cy="615553"/>
          </a:xfrm>
          <a:prstGeom prst="rect">
            <a:avLst/>
          </a:prstGeom>
          <a:noFill/>
          <a:ln>
            <a:noFill/>
          </a:ln>
        </p:spPr>
        <p:txBody>
          <a:bodyPr anchorCtr="0" anchor="b" bIns="0" lIns="0" spcFirstLastPara="1" rIns="0" wrap="square" tIns="0">
            <a:spAutoFit/>
          </a:bodyPr>
          <a:lstStyle>
            <a:lvl1pPr lvl="0" algn="l">
              <a:lnSpc>
                <a:spcPct val="100000"/>
              </a:lnSpc>
              <a:spcBef>
                <a:spcPts val="0"/>
              </a:spcBef>
              <a:spcAft>
                <a:spcPts val="0"/>
              </a:spcAft>
              <a:buClr>
                <a:schemeClr val="lt1"/>
              </a:buClr>
              <a:buSzPts val="4000"/>
              <a:buFont typeface="Quattrocento Sans"/>
              <a:buNone/>
              <a:defRPr b="1" i="0" sz="4000" cap="none">
                <a:solidFill>
                  <a:schemeClr val="lt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0"/>
          <p:cNvSpPr txBox="1"/>
          <p:nvPr>
            <p:ph idx="1" type="body"/>
          </p:nvPr>
        </p:nvSpPr>
        <p:spPr>
          <a:xfrm>
            <a:off x="762000" y="1790699"/>
            <a:ext cx="10668000" cy="6858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1800"/>
              <a:buFont typeface="Arial"/>
              <a:buNone/>
              <a:defRPr sz="1800">
                <a:solidFill>
                  <a:schemeClr val="lt1"/>
                </a:solidFill>
                <a:latin typeface="Quattrocento Sans"/>
                <a:ea typeface="Quattrocento Sans"/>
                <a:cs typeface="Quattrocento Sans"/>
                <a:sym typeface="Quattrocento Sans"/>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pic>
        <p:nvPicPr>
          <p:cNvPr id="30" name="Google Shape;30;p20"/>
          <p:cNvPicPr preferRelativeResize="0"/>
          <p:nvPr/>
        </p:nvPicPr>
        <p:blipFill rotWithShape="1">
          <a:blip r:embed="rId2">
            <a:alphaModFix amt="40000"/>
          </a:blip>
          <a:srcRect b="0" l="0" r="0" t="0"/>
          <a:stretch/>
        </p:blipFill>
        <p:spPr>
          <a:xfrm>
            <a:off x="0" y="5791200"/>
            <a:ext cx="12192000" cy="10668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ft Pattern Content">
  <p:cSld name="Left Pattern Content">
    <p:bg>
      <p:bgPr>
        <a:solidFill>
          <a:schemeClr val="lt1"/>
        </a:solidFill>
      </p:bgPr>
    </p:bg>
    <p:spTree>
      <p:nvGrpSpPr>
        <p:cNvPr id="31" name="Shape 31"/>
        <p:cNvGrpSpPr/>
        <p:nvPr/>
      </p:nvGrpSpPr>
      <p:grpSpPr>
        <a:xfrm>
          <a:off x="0" y="0"/>
          <a:ext cx="0" cy="0"/>
          <a:chOff x="0" y="0"/>
          <a:chExt cx="0" cy="0"/>
        </a:xfrm>
      </p:grpSpPr>
      <p:sp>
        <p:nvSpPr>
          <p:cNvPr id="32" name="Google Shape;32;p21"/>
          <p:cNvSpPr txBox="1"/>
          <p:nvPr>
            <p:ph idx="1" type="body"/>
          </p:nvPr>
        </p:nvSpPr>
        <p:spPr>
          <a:xfrm>
            <a:off x="4457700" y="1905000"/>
            <a:ext cx="7219043" cy="32766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6330E"/>
              </a:buClr>
              <a:buSzPts val="1800"/>
              <a:buNone/>
              <a:defRPr b="1" sz="1800">
                <a:solidFill>
                  <a:srgbClr val="76330E"/>
                </a:solidFill>
              </a:defRPr>
            </a:lvl1pPr>
            <a:lvl2pPr indent="-342900" lvl="1" marL="914400" algn="l">
              <a:lnSpc>
                <a:spcPct val="90000"/>
              </a:lnSpc>
              <a:spcBef>
                <a:spcPts val="1000"/>
              </a:spcBef>
              <a:spcAft>
                <a:spcPts val="0"/>
              </a:spcAft>
              <a:buClr>
                <a:srgbClr val="76330E"/>
              </a:buClr>
              <a:buSzPts val="1800"/>
              <a:buChar char="•"/>
              <a:defRPr sz="1800">
                <a:solidFill>
                  <a:srgbClr val="76330E"/>
                </a:solidFill>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pic>
        <p:nvPicPr>
          <p:cNvPr id="33" name="Google Shape;33;p21"/>
          <p:cNvPicPr preferRelativeResize="0"/>
          <p:nvPr/>
        </p:nvPicPr>
        <p:blipFill rotWithShape="1">
          <a:blip r:embed="rId2">
            <a:alphaModFix/>
          </a:blip>
          <a:srcRect b="0" l="0" r="0" t="0"/>
          <a:stretch/>
        </p:blipFill>
        <p:spPr>
          <a:xfrm>
            <a:off x="0" y="403"/>
            <a:ext cx="3720664" cy="6857194"/>
          </a:xfrm>
          <a:prstGeom prst="rect">
            <a:avLst/>
          </a:prstGeom>
          <a:noFill/>
          <a:ln>
            <a:noFill/>
          </a:ln>
        </p:spPr>
      </p:pic>
      <p:sp>
        <p:nvSpPr>
          <p:cNvPr id="34" name="Google Shape;34;p21"/>
          <p:cNvSpPr txBox="1"/>
          <p:nvPr>
            <p:ph type="title"/>
          </p:nvPr>
        </p:nvSpPr>
        <p:spPr>
          <a:xfrm>
            <a:off x="4457699" y="715961"/>
            <a:ext cx="7219043" cy="1189037"/>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4000"/>
              <a:buFont typeface="Quattrocento Sans"/>
              <a:buNone/>
              <a:defRPr b="1" sz="40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2160">
          <p15:clr>
            <a:srgbClr val="FBAE40"/>
          </p15:clr>
        </p15:guide>
        <p15:guide id="2" pos="2808">
          <p15:clr>
            <a:srgbClr val="5ACBF0"/>
          </p15:clr>
        </p15:guide>
        <p15:guide id="3" orient="horz" pos="2240">
          <p15:clr>
            <a:srgbClr val="5ACBF0"/>
          </p15:clr>
        </p15:guide>
        <p15:guide id="4" orient="horz" pos="2487">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rt Art">
  <p:cSld name="Smart Art">
    <p:bg>
      <p:bgPr>
        <a:solidFill>
          <a:schemeClr val="accent3"/>
        </a:solidFill>
      </p:bgPr>
    </p:bg>
    <p:spTree>
      <p:nvGrpSpPr>
        <p:cNvPr id="35" name="Shape 35"/>
        <p:cNvGrpSpPr/>
        <p:nvPr/>
      </p:nvGrpSpPr>
      <p:grpSpPr>
        <a:xfrm>
          <a:off x="0" y="0"/>
          <a:ext cx="0" cy="0"/>
          <a:chOff x="0" y="0"/>
          <a:chExt cx="0" cy="0"/>
        </a:xfrm>
      </p:grpSpPr>
      <p:sp>
        <p:nvSpPr>
          <p:cNvPr id="36" name="Google Shape;36;p22"/>
          <p:cNvSpPr txBox="1"/>
          <p:nvPr>
            <p:ph idx="1" type="body"/>
          </p:nvPr>
        </p:nvSpPr>
        <p:spPr>
          <a:xfrm>
            <a:off x="762000" y="1783952"/>
            <a:ext cx="10668000" cy="1111648"/>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1800"/>
              <a:buFont typeface="Arial"/>
              <a:buNone/>
              <a:defRPr sz="1800">
                <a:solidFill>
                  <a:schemeClr val="lt1"/>
                </a:solidFill>
                <a:latin typeface="Quattrocento Sans"/>
                <a:ea typeface="Quattrocento Sans"/>
                <a:cs typeface="Quattrocento Sans"/>
                <a:sym typeface="Quattrocento Sans"/>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7" name="Google Shape;37;p22"/>
          <p:cNvSpPr txBox="1"/>
          <p:nvPr>
            <p:ph type="title"/>
          </p:nvPr>
        </p:nvSpPr>
        <p:spPr>
          <a:xfrm>
            <a:off x="762000" y="716577"/>
            <a:ext cx="10668000" cy="615553"/>
          </a:xfrm>
          <a:prstGeom prst="rect">
            <a:avLst/>
          </a:prstGeom>
          <a:noFill/>
          <a:ln>
            <a:noFill/>
          </a:ln>
        </p:spPr>
        <p:txBody>
          <a:bodyPr anchorCtr="0" anchor="b" bIns="0" lIns="0" spcFirstLastPara="1" rIns="0" wrap="square" tIns="0">
            <a:spAutoFit/>
          </a:bodyPr>
          <a:lstStyle>
            <a:lvl1pPr lvl="0" algn="l">
              <a:lnSpc>
                <a:spcPct val="100000"/>
              </a:lnSpc>
              <a:spcBef>
                <a:spcPts val="0"/>
              </a:spcBef>
              <a:spcAft>
                <a:spcPts val="0"/>
              </a:spcAft>
              <a:buClr>
                <a:srgbClr val="DFEFEE"/>
              </a:buClr>
              <a:buSzPts val="4000"/>
              <a:buFont typeface="Quattrocento Sans"/>
              <a:buNone/>
              <a:defRPr b="1" i="0" sz="4000" cap="none">
                <a:solidFill>
                  <a:srgbClr val="DFEFEE"/>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38" name="Google Shape;38;p22"/>
          <p:cNvPicPr preferRelativeResize="0"/>
          <p:nvPr/>
        </p:nvPicPr>
        <p:blipFill rotWithShape="1">
          <a:blip r:embed="rId2">
            <a:alphaModFix/>
          </a:blip>
          <a:srcRect b="0" l="0" r="0" t="0"/>
          <a:stretch/>
        </p:blipFill>
        <p:spPr>
          <a:xfrm flipH="1" rot="10800000">
            <a:off x="5418919" y="0"/>
            <a:ext cx="6407956" cy="1783952"/>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Photo Content">
  <p:cSld name="Two Photo Content">
    <p:bg>
      <p:bgPr>
        <a:solidFill>
          <a:schemeClr val="accent1"/>
        </a:solidFill>
      </p:bgPr>
    </p:bg>
    <p:spTree>
      <p:nvGrpSpPr>
        <p:cNvPr id="39" name="Shape 39"/>
        <p:cNvGrpSpPr/>
        <p:nvPr/>
      </p:nvGrpSpPr>
      <p:grpSpPr>
        <a:xfrm>
          <a:off x="0" y="0"/>
          <a:ext cx="0" cy="0"/>
          <a:chOff x="0" y="0"/>
          <a:chExt cx="0" cy="0"/>
        </a:xfrm>
      </p:grpSpPr>
      <p:sp>
        <p:nvSpPr>
          <p:cNvPr id="40" name="Google Shape;40;p23"/>
          <p:cNvSpPr txBox="1"/>
          <p:nvPr>
            <p:ph idx="1" type="body"/>
          </p:nvPr>
        </p:nvSpPr>
        <p:spPr>
          <a:xfrm>
            <a:off x="762000" y="1905000"/>
            <a:ext cx="5334000" cy="32766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lvl1pPr>
            <a:lvl2pPr indent="-342900" lvl="1" marL="914400" algn="l">
              <a:lnSpc>
                <a:spcPct val="90000"/>
              </a:lnSpc>
              <a:spcBef>
                <a:spcPts val="1000"/>
              </a:spcBef>
              <a:spcAft>
                <a:spcPts val="0"/>
              </a:spcAft>
              <a:buClr>
                <a:schemeClr val="lt1"/>
              </a:buClr>
              <a:buSzPts val="1800"/>
              <a:buChar char="•"/>
              <a:defRPr sz="1800"/>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1" name="Google Shape;41;p23"/>
          <p:cNvSpPr/>
          <p:nvPr>
            <p:ph idx="2" type="pic"/>
          </p:nvPr>
        </p:nvSpPr>
        <p:spPr>
          <a:xfrm>
            <a:off x="6858000" y="3444081"/>
            <a:ext cx="4572000" cy="2362200"/>
          </a:xfrm>
          <a:prstGeom prst="rect">
            <a:avLst/>
          </a:prstGeom>
          <a:noFill/>
          <a:ln>
            <a:noFill/>
          </a:ln>
        </p:spPr>
      </p:sp>
      <p:sp>
        <p:nvSpPr>
          <p:cNvPr id="42" name="Google Shape;42;p23"/>
          <p:cNvSpPr/>
          <p:nvPr>
            <p:ph idx="3" type="pic"/>
          </p:nvPr>
        </p:nvSpPr>
        <p:spPr>
          <a:xfrm>
            <a:off x="6858000" y="715963"/>
            <a:ext cx="4572000" cy="2362200"/>
          </a:xfrm>
          <a:prstGeom prst="rect">
            <a:avLst/>
          </a:prstGeom>
          <a:noFill/>
          <a:ln>
            <a:noFill/>
          </a:ln>
        </p:spPr>
      </p:sp>
      <p:pic>
        <p:nvPicPr>
          <p:cNvPr id="43" name="Google Shape;43;p23"/>
          <p:cNvPicPr preferRelativeResize="0"/>
          <p:nvPr/>
        </p:nvPicPr>
        <p:blipFill rotWithShape="1">
          <a:blip r:embed="rId2">
            <a:alphaModFix/>
          </a:blip>
          <a:srcRect b="0" l="0" r="0" t="0"/>
          <a:stretch/>
        </p:blipFill>
        <p:spPr>
          <a:xfrm>
            <a:off x="0" y="5327681"/>
            <a:ext cx="5496910" cy="1530320"/>
          </a:xfrm>
          <a:prstGeom prst="rect">
            <a:avLst/>
          </a:prstGeom>
          <a:noFill/>
          <a:ln>
            <a:noFill/>
          </a:ln>
        </p:spPr>
      </p:pic>
      <p:sp>
        <p:nvSpPr>
          <p:cNvPr id="44" name="Google Shape;44;p23"/>
          <p:cNvSpPr txBox="1"/>
          <p:nvPr>
            <p:ph type="title"/>
          </p:nvPr>
        </p:nvSpPr>
        <p:spPr>
          <a:xfrm>
            <a:off x="762000" y="715961"/>
            <a:ext cx="5334000" cy="1189037"/>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lt1"/>
              </a:buClr>
              <a:buSzPts val="4000"/>
              <a:buFont typeface="Quattrocento Sans"/>
              <a:buNone/>
              <a:defRPr b="1"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3672">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fetti Content Green">
  <p:cSld name="Confetti Content Green">
    <p:bg>
      <p:bgPr>
        <a:solidFill>
          <a:schemeClr val="accent5"/>
        </a:solidFill>
      </p:bgPr>
    </p:bg>
    <p:spTree>
      <p:nvGrpSpPr>
        <p:cNvPr id="45" name="Shape 45"/>
        <p:cNvGrpSpPr/>
        <p:nvPr/>
      </p:nvGrpSpPr>
      <p:grpSpPr>
        <a:xfrm>
          <a:off x="0" y="0"/>
          <a:ext cx="0" cy="0"/>
          <a:chOff x="0" y="0"/>
          <a:chExt cx="0" cy="0"/>
        </a:xfrm>
      </p:grpSpPr>
      <p:pic>
        <p:nvPicPr>
          <p:cNvPr id="46" name="Google Shape;46;p26"/>
          <p:cNvPicPr preferRelativeResize="0"/>
          <p:nvPr/>
        </p:nvPicPr>
        <p:blipFill rotWithShape="1">
          <a:blip r:embed="rId2">
            <a:alphaModFix/>
          </a:blip>
          <a:srcRect b="45480" l="3994" r="11052" t="34041"/>
          <a:stretch/>
        </p:blipFill>
        <p:spPr>
          <a:xfrm>
            <a:off x="-3048" y="35012"/>
            <a:ext cx="12198096" cy="6787977"/>
          </a:xfrm>
          <a:prstGeom prst="rect">
            <a:avLst/>
          </a:prstGeom>
          <a:noFill/>
          <a:ln>
            <a:noFill/>
          </a:ln>
        </p:spPr>
      </p:pic>
      <p:sp>
        <p:nvSpPr>
          <p:cNvPr id="47" name="Google Shape;47;p26"/>
          <p:cNvSpPr txBox="1"/>
          <p:nvPr>
            <p:ph type="title"/>
          </p:nvPr>
        </p:nvSpPr>
        <p:spPr>
          <a:xfrm>
            <a:off x="1525301" y="1995467"/>
            <a:ext cx="9141397" cy="615553"/>
          </a:xfrm>
          <a:prstGeom prst="rect">
            <a:avLst/>
          </a:prstGeom>
          <a:noFill/>
          <a:ln>
            <a:noFill/>
          </a:ln>
        </p:spPr>
        <p:txBody>
          <a:bodyPr anchorCtr="0" anchor="b" bIns="0" lIns="0" spcFirstLastPara="1" rIns="0" wrap="square" tIns="0">
            <a:spAutoFit/>
          </a:bodyPr>
          <a:lstStyle>
            <a:lvl1pPr lvl="0" algn="ctr">
              <a:lnSpc>
                <a:spcPct val="100000"/>
              </a:lnSpc>
              <a:spcBef>
                <a:spcPts val="0"/>
              </a:spcBef>
              <a:spcAft>
                <a:spcPts val="0"/>
              </a:spcAft>
              <a:buClr>
                <a:schemeClr val="lt1"/>
              </a:buClr>
              <a:buSzPts val="4000"/>
              <a:buFont typeface="Quattrocento Sans"/>
              <a:buNone/>
              <a:defRPr b="1" i="0" sz="4000" cap="none">
                <a:solidFill>
                  <a:schemeClr val="lt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26"/>
          <p:cNvSpPr txBox="1"/>
          <p:nvPr>
            <p:ph idx="1" type="body"/>
          </p:nvPr>
        </p:nvSpPr>
        <p:spPr>
          <a:xfrm>
            <a:off x="2196307" y="3260705"/>
            <a:ext cx="7799387" cy="1534757"/>
          </a:xfrm>
          <a:prstGeom prst="rect">
            <a:avLst/>
          </a:prstGeom>
          <a:noFill/>
          <a:ln>
            <a:noFill/>
          </a:ln>
        </p:spPr>
        <p:txBody>
          <a:bodyPr anchorCtr="0" anchor="t" bIns="0" lIns="0" spcFirstLastPara="1" rIns="0" wrap="square" tIns="0">
            <a:noAutofit/>
          </a:bodyPr>
          <a:lstStyle>
            <a:lvl1pPr indent="-228600" lvl="0" marL="457200" algn="ctr">
              <a:lnSpc>
                <a:spcPct val="90000"/>
              </a:lnSpc>
              <a:spcBef>
                <a:spcPts val="0"/>
              </a:spcBef>
              <a:spcAft>
                <a:spcPts val="0"/>
              </a:spcAft>
              <a:buClr>
                <a:schemeClr val="lt1"/>
              </a:buClr>
              <a:buSzPts val="1800"/>
              <a:buFont typeface="Arial"/>
              <a:buNone/>
              <a:defRPr sz="1800">
                <a:solidFill>
                  <a:schemeClr val="lt1"/>
                </a:solidFill>
                <a:latin typeface="Quattrocento Sans"/>
                <a:ea typeface="Quattrocento Sans"/>
                <a:cs typeface="Quattrocento Sans"/>
                <a:sym typeface="Quattrocento Sans"/>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2160">
          <p15:clr>
            <a:srgbClr val="FBAE40"/>
          </p15:clr>
        </p15:guide>
        <p15:guide id="2" pos="6127">
          <p15:clr>
            <a:srgbClr val="5ACBF0"/>
          </p15:clr>
        </p15:guide>
        <p15:guide id="3" orient="horz" pos="2243">
          <p15:clr>
            <a:srgbClr val="5ACBF0"/>
          </p15:clr>
        </p15:guide>
        <p15:guide id="4" orient="horz" pos="2488">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ttom Pattern Black">
  <p:cSld name="Bottom Pattern Black">
    <p:bg>
      <p:bgPr>
        <a:solidFill>
          <a:schemeClr val="accent4"/>
        </a:solidFill>
      </p:bgPr>
    </p:bg>
    <p:spTree>
      <p:nvGrpSpPr>
        <p:cNvPr id="49" name="Shape 49"/>
        <p:cNvGrpSpPr/>
        <p:nvPr/>
      </p:nvGrpSpPr>
      <p:grpSpPr>
        <a:xfrm>
          <a:off x="0" y="0"/>
          <a:ext cx="0" cy="0"/>
          <a:chOff x="0" y="0"/>
          <a:chExt cx="0" cy="0"/>
        </a:xfrm>
      </p:grpSpPr>
      <p:sp>
        <p:nvSpPr>
          <p:cNvPr id="50" name="Google Shape;50;p27"/>
          <p:cNvSpPr txBox="1"/>
          <p:nvPr>
            <p:ph idx="1" type="body"/>
          </p:nvPr>
        </p:nvSpPr>
        <p:spPr>
          <a:xfrm>
            <a:off x="2196307" y="3260705"/>
            <a:ext cx="7799387" cy="1534757"/>
          </a:xfrm>
          <a:prstGeom prst="rect">
            <a:avLst/>
          </a:prstGeom>
          <a:noFill/>
          <a:ln>
            <a:noFill/>
          </a:ln>
        </p:spPr>
        <p:txBody>
          <a:bodyPr anchorCtr="0" anchor="t" bIns="0" lIns="0" spcFirstLastPara="1" rIns="0" wrap="square" tIns="0">
            <a:noAutofit/>
          </a:bodyPr>
          <a:lstStyle>
            <a:lvl1pPr indent="-228600" lvl="0" marL="457200" algn="ctr">
              <a:lnSpc>
                <a:spcPct val="90000"/>
              </a:lnSpc>
              <a:spcBef>
                <a:spcPts val="0"/>
              </a:spcBef>
              <a:spcAft>
                <a:spcPts val="0"/>
              </a:spcAft>
              <a:buClr>
                <a:srgbClr val="B24C15"/>
              </a:buClr>
              <a:buSzPts val="1800"/>
              <a:buFont typeface="Arial"/>
              <a:buNone/>
              <a:defRPr sz="1800">
                <a:solidFill>
                  <a:srgbClr val="B24C15"/>
                </a:solidFill>
                <a:latin typeface="Quattrocento Sans"/>
                <a:ea typeface="Quattrocento Sans"/>
                <a:cs typeface="Quattrocento Sans"/>
                <a:sym typeface="Quattrocento Sans"/>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51" name="Google Shape;51;p27"/>
          <p:cNvSpPr txBox="1"/>
          <p:nvPr>
            <p:ph type="title"/>
          </p:nvPr>
        </p:nvSpPr>
        <p:spPr>
          <a:xfrm>
            <a:off x="1525301" y="1995467"/>
            <a:ext cx="9141397" cy="615553"/>
          </a:xfrm>
          <a:prstGeom prst="rect">
            <a:avLst/>
          </a:prstGeom>
          <a:noFill/>
          <a:ln>
            <a:noFill/>
          </a:ln>
        </p:spPr>
        <p:txBody>
          <a:bodyPr anchorCtr="0" anchor="b" bIns="0" lIns="0" spcFirstLastPara="1" rIns="0" wrap="square" tIns="0">
            <a:spAutoFit/>
          </a:bodyPr>
          <a:lstStyle>
            <a:lvl1pPr lvl="0" algn="ctr">
              <a:lnSpc>
                <a:spcPct val="100000"/>
              </a:lnSpc>
              <a:spcBef>
                <a:spcPts val="0"/>
              </a:spcBef>
              <a:spcAft>
                <a:spcPts val="0"/>
              </a:spcAft>
              <a:buClr>
                <a:schemeClr val="accent1"/>
              </a:buClr>
              <a:buSzPts val="4000"/>
              <a:buFont typeface="Quattrocento Sans"/>
              <a:buNone/>
              <a:defRPr b="1" i="0" sz="4000" cap="none">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52" name="Google Shape;52;p27"/>
          <p:cNvPicPr preferRelativeResize="0"/>
          <p:nvPr/>
        </p:nvPicPr>
        <p:blipFill rotWithShape="1">
          <a:blip r:embed="rId2">
            <a:alphaModFix amt="50000"/>
          </a:blip>
          <a:srcRect b="0" l="0" r="0" t="0"/>
          <a:stretch/>
        </p:blipFill>
        <p:spPr>
          <a:xfrm>
            <a:off x="0" y="5791200"/>
            <a:ext cx="12192000" cy="10668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ight Pattern Content Dark">
  <p:cSld name="Right Pattern Content Dark">
    <p:bg>
      <p:bgPr>
        <a:solidFill>
          <a:schemeClr val="accent3"/>
        </a:solidFill>
      </p:bgPr>
    </p:bg>
    <p:spTree>
      <p:nvGrpSpPr>
        <p:cNvPr id="53" name="Shape 53"/>
        <p:cNvGrpSpPr/>
        <p:nvPr/>
      </p:nvGrpSpPr>
      <p:grpSpPr>
        <a:xfrm>
          <a:off x="0" y="0"/>
          <a:ext cx="0" cy="0"/>
          <a:chOff x="0" y="0"/>
          <a:chExt cx="0" cy="0"/>
        </a:xfrm>
      </p:grpSpPr>
      <p:sp>
        <p:nvSpPr>
          <p:cNvPr id="54" name="Google Shape;54;p16"/>
          <p:cNvSpPr txBox="1"/>
          <p:nvPr>
            <p:ph idx="1" type="body"/>
          </p:nvPr>
        </p:nvSpPr>
        <p:spPr>
          <a:xfrm>
            <a:off x="762000" y="1905000"/>
            <a:ext cx="6477000" cy="32766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defRPr>
            </a:lvl1pPr>
            <a:lvl2pPr indent="-342900" lvl="1" marL="914400" algn="l">
              <a:lnSpc>
                <a:spcPct val="90000"/>
              </a:lnSpc>
              <a:spcBef>
                <a:spcPts val="1000"/>
              </a:spcBef>
              <a:spcAft>
                <a:spcPts val="0"/>
              </a:spcAft>
              <a:buClr>
                <a:schemeClr val="lt1"/>
              </a:buClr>
              <a:buSzPts val="1800"/>
              <a:buChar char="•"/>
              <a:defRPr sz="1800">
                <a:solidFill>
                  <a:schemeClr val="lt1"/>
                </a:solidFill>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55" name="Google Shape;55;p16"/>
          <p:cNvPicPr preferRelativeResize="0"/>
          <p:nvPr/>
        </p:nvPicPr>
        <p:blipFill rotWithShape="1">
          <a:blip r:embed="rId2">
            <a:alphaModFix/>
          </a:blip>
          <a:srcRect b="0" l="0" r="0" t="0"/>
          <a:stretch/>
        </p:blipFill>
        <p:spPr>
          <a:xfrm>
            <a:off x="9055106" y="0"/>
            <a:ext cx="3136894" cy="6858000"/>
          </a:xfrm>
          <a:prstGeom prst="rect">
            <a:avLst/>
          </a:prstGeom>
          <a:noFill/>
          <a:ln>
            <a:noFill/>
          </a:ln>
        </p:spPr>
      </p:pic>
      <p:sp>
        <p:nvSpPr>
          <p:cNvPr id="56" name="Google Shape;56;p16"/>
          <p:cNvSpPr txBox="1"/>
          <p:nvPr>
            <p:ph type="title"/>
          </p:nvPr>
        </p:nvSpPr>
        <p:spPr>
          <a:xfrm>
            <a:off x="761999" y="715961"/>
            <a:ext cx="6476999" cy="1189037"/>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lt1"/>
              </a:buClr>
              <a:buSzPts val="4000"/>
              <a:buFont typeface="Quattrocento Sans"/>
              <a:buNone/>
              <a:defRPr b="1"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2160">
          <p15:clr>
            <a:srgbClr val="FBAE40"/>
          </p15:clr>
        </p15:guide>
        <p15:guide id="2" pos="6127">
          <p15:clr>
            <a:srgbClr val="5ACBF0"/>
          </p15:clr>
        </p15:guide>
        <p15:guide id="3" orient="horz" pos="2240">
          <p15:clr>
            <a:srgbClr val="5ACBF0"/>
          </p15:clr>
        </p15:guide>
        <p15:guide id="4" orient="horz" pos="2487">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ight Pattern Content Light">
  <p:cSld name="Right Pattern Content Light">
    <p:bg>
      <p:bgPr>
        <a:solidFill>
          <a:schemeClr val="lt1"/>
        </a:solidFill>
      </p:bgPr>
    </p:bg>
    <p:spTree>
      <p:nvGrpSpPr>
        <p:cNvPr id="57" name="Shape 57"/>
        <p:cNvGrpSpPr/>
        <p:nvPr/>
      </p:nvGrpSpPr>
      <p:grpSpPr>
        <a:xfrm>
          <a:off x="0" y="0"/>
          <a:ext cx="0" cy="0"/>
          <a:chOff x="0" y="0"/>
          <a:chExt cx="0" cy="0"/>
        </a:xfrm>
      </p:grpSpPr>
      <p:sp>
        <p:nvSpPr>
          <p:cNvPr id="58" name="Google Shape;58;p24"/>
          <p:cNvSpPr txBox="1"/>
          <p:nvPr>
            <p:ph idx="1" type="body"/>
          </p:nvPr>
        </p:nvSpPr>
        <p:spPr>
          <a:xfrm>
            <a:off x="762000" y="1905000"/>
            <a:ext cx="6477000" cy="32766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6330E"/>
              </a:buClr>
              <a:buSzPts val="1800"/>
              <a:buNone/>
              <a:defRPr b="1" sz="1800">
                <a:solidFill>
                  <a:srgbClr val="76330E"/>
                </a:solidFill>
              </a:defRPr>
            </a:lvl1pPr>
            <a:lvl2pPr indent="-342900" lvl="1" marL="914400" algn="l">
              <a:lnSpc>
                <a:spcPct val="90000"/>
              </a:lnSpc>
              <a:spcBef>
                <a:spcPts val="1000"/>
              </a:spcBef>
              <a:spcAft>
                <a:spcPts val="0"/>
              </a:spcAft>
              <a:buClr>
                <a:srgbClr val="76330E"/>
              </a:buClr>
              <a:buSzPts val="1800"/>
              <a:buChar char="•"/>
              <a:defRPr sz="1800">
                <a:solidFill>
                  <a:srgbClr val="76330E"/>
                </a:solidFill>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59" name="Google Shape;59;p24"/>
          <p:cNvPicPr preferRelativeResize="0"/>
          <p:nvPr/>
        </p:nvPicPr>
        <p:blipFill rotWithShape="1">
          <a:blip r:embed="rId2">
            <a:alphaModFix/>
          </a:blip>
          <a:srcRect b="0" l="0" r="0" t="0"/>
          <a:stretch/>
        </p:blipFill>
        <p:spPr>
          <a:xfrm>
            <a:off x="9055106" y="0"/>
            <a:ext cx="3136894" cy="6858000"/>
          </a:xfrm>
          <a:prstGeom prst="rect">
            <a:avLst/>
          </a:prstGeom>
          <a:noFill/>
          <a:ln>
            <a:noFill/>
          </a:ln>
        </p:spPr>
      </p:pic>
      <p:sp>
        <p:nvSpPr>
          <p:cNvPr id="60" name="Google Shape;60;p24"/>
          <p:cNvSpPr txBox="1"/>
          <p:nvPr>
            <p:ph type="title"/>
          </p:nvPr>
        </p:nvSpPr>
        <p:spPr>
          <a:xfrm>
            <a:off x="761999" y="715961"/>
            <a:ext cx="6476999" cy="1189037"/>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4000"/>
              <a:buFont typeface="Quattrocento Sans"/>
              <a:buNone/>
              <a:defRPr b="1" sz="40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2160">
          <p15:clr>
            <a:srgbClr val="FBAE40"/>
          </p15:clr>
        </p15:guide>
        <p15:guide id="2" pos="6127">
          <p15:clr>
            <a:srgbClr val="5ACBF0"/>
          </p15:clr>
        </p15:guide>
        <p15:guide id="3" orient="horz" pos="2240">
          <p15:clr>
            <a:srgbClr val="5ACBF0"/>
          </p15:clr>
        </p15:guide>
        <p15:guide id="4" orient="horz" pos="2487">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2"/>
        </a:solidFill>
      </p:bgPr>
    </p:bg>
    <p:spTree>
      <p:nvGrpSpPr>
        <p:cNvPr id="61" name="Shape 61"/>
        <p:cNvGrpSpPr/>
        <p:nvPr/>
      </p:nvGrpSpPr>
      <p:grpSpPr>
        <a:xfrm>
          <a:off x="0" y="0"/>
          <a:ext cx="0" cy="0"/>
          <a:chOff x="0" y="0"/>
          <a:chExt cx="0" cy="0"/>
        </a:xfrm>
      </p:grpSpPr>
      <p:sp>
        <p:nvSpPr>
          <p:cNvPr id="62" name="Google Shape;62;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ight Pattern Content Dark">
  <p:cSld name="Right Pattern Content Dark">
    <p:bg>
      <p:bgPr>
        <a:solidFill>
          <a:schemeClr val="accent3"/>
        </a:solidFill>
      </p:bgPr>
    </p:bg>
    <p:spTree>
      <p:nvGrpSpPr>
        <p:cNvPr id="71" name="Shape 71"/>
        <p:cNvGrpSpPr/>
        <p:nvPr/>
      </p:nvGrpSpPr>
      <p:grpSpPr>
        <a:xfrm>
          <a:off x="0" y="0"/>
          <a:ext cx="0" cy="0"/>
          <a:chOff x="0" y="0"/>
          <a:chExt cx="0" cy="0"/>
        </a:xfrm>
      </p:grpSpPr>
      <p:sp>
        <p:nvSpPr>
          <p:cNvPr id="72" name="Google Shape;72;p17"/>
          <p:cNvSpPr txBox="1"/>
          <p:nvPr>
            <p:ph idx="1" type="body"/>
          </p:nvPr>
        </p:nvSpPr>
        <p:spPr>
          <a:xfrm>
            <a:off x="762000" y="1905000"/>
            <a:ext cx="6477000" cy="32766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defRPr>
            </a:lvl1pPr>
            <a:lvl2pPr indent="-342900" lvl="1" marL="914400" algn="l">
              <a:lnSpc>
                <a:spcPct val="90000"/>
              </a:lnSpc>
              <a:spcBef>
                <a:spcPts val="1000"/>
              </a:spcBef>
              <a:spcAft>
                <a:spcPts val="0"/>
              </a:spcAft>
              <a:buClr>
                <a:schemeClr val="lt1"/>
              </a:buClr>
              <a:buSzPts val="1800"/>
              <a:buChar char="•"/>
              <a:defRPr sz="1800">
                <a:solidFill>
                  <a:schemeClr val="lt1"/>
                </a:solidFill>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73" name="Google Shape;73;p17"/>
          <p:cNvPicPr preferRelativeResize="0"/>
          <p:nvPr/>
        </p:nvPicPr>
        <p:blipFill rotWithShape="1">
          <a:blip r:embed="rId2">
            <a:alphaModFix/>
          </a:blip>
          <a:srcRect b="0" l="0" r="0" t="0"/>
          <a:stretch/>
        </p:blipFill>
        <p:spPr>
          <a:xfrm>
            <a:off x="9055106" y="0"/>
            <a:ext cx="3136894" cy="6858000"/>
          </a:xfrm>
          <a:prstGeom prst="rect">
            <a:avLst/>
          </a:prstGeom>
          <a:noFill/>
          <a:ln>
            <a:noFill/>
          </a:ln>
        </p:spPr>
      </p:pic>
      <p:sp>
        <p:nvSpPr>
          <p:cNvPr id="74" name="Google Shape;74;p17"/>
          <p:cNvSpPr txBox="1"/>
          <p:nvPr>
            <p:ph type="title"/>
          </p:nvPr>
        </p:nvSpPr>
        <p:spPr>
          <a:xfrm>
            <a:off x="761999" y="715961"/>
            <a:ext cx="6476999" cy="1189037"/>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lt1"/>
              </a:buClr>
              <a:buSzPts val="4000"/>
              <a:buFont typeface="Quattrocento Sans"/>
              <a:buNone/>
              <a:defRPr b="1"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2160">
          <p15:clr>
            <a:srgbClr val="FBAE40"/>
          </p15:clr>
        </p15:guide>
        <p15:guide id="2" pos="6127">
          <p15:clr>
            <a:srgbClr val="5ACBF0"/>
          </p15:clr>
        </p15:guide>
        <p15:guide id="3" orient="horz" pos="2240">
          <p15:clr>
            <a:srgbClr val="5ACBF0"/>
          </p15:clr>
        </p15:guide>
        <p15:guide id="4" orient="horz" pos="2487">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ight Pattern Content Light">
  <p:cSld name="Right Pattern Content Light">
    <p:bg>
      <p:bgPr>
        <a:solidFill>
          <a:schemeClr val="lt1"/>
        </a:solidFill>
      </p:bgPr>
    </p:bg>
    <p:spTree>
      <p:nvGrpSpPr>
        <p:cNvPr id="75" name="Shape 75"/>
        <p:cNvGrpSpPr/>
        <p:nvPr/>
      </p:nvGrpSpPr>
      <p:grpSpPr>
        <a:xfrm>
          <a:off x="0" y="0"/>
          <a:ext cx="0" cy="0"/>
          <a:chOff x="0" y="0"/>
          <a:chExt cx="0" cy="0"/>
        </a:xfrm>
      </p:grpSpPr>
      <p:sp>
        <p:nvSpPr>
          <p:cNvPr id="76" name="Google Shape;76;p25"/>
          <p:cNvSpPr txBox="1"/>
          <p:nvPr>
            <p:ph idx="1" type="body"/>
          </p:nvPr>
        </p:nvSpPr>
        <p:spPr>
          <a:xfrm>
            <a:off x="762000" y="1905000"/>
            <a:ext cx="6477000" cy="32766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6330E"/>
              </a:buClr>
              <a:buSzPts val="1800"/>
              <a:buNone/>
              <a:defRPr b="1" sz="1800">
                <a:solidFill>
                  <a:srgbClr val="76330E"/>
                </a:solidFill>
              </a:defRPr>
            </a:lvl1pPr>
            <a:lvl2pPr indent="-342900" lvl="1" marL="914400" algn="l">
              <a:lnSpc>
                <a:spcPct val="90000"/>
              </a:lnSpc>
              <a:spcBef>
                <a:spcPts val="1000"/>
              </a:spcBef>
              <a:spcAft>
                <a:spcPts val="0"/>
              </a:spcAft>
              <a:buClr>
                <a:srgbClr val="76330E"/>
              </a:buClr>
              <a:buSzPts val="1800"/>
              <a:buChar char="•"/>
              <a:defRPr sz="1800">
                <a:solidFill>
                  <a:srgbClr val="76330E"/>
                </a:solidFill>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77" name="Google Shape;77;p25"/>
          <p:cNvPicPr preferRelativeResize="0"/>
          <p:nvPr/>
        </p:nvPicPr>
        <p:blipFill rotWithShape="1">
          <a:blip r:embed="rId2">
            <a:alphaModFix/>
          </a:blip>
          <a:srcRect b="0" l="0" r="0" t="0"/>
          <a:stretch/>
        </p:blipFill>
        <p:spPr>
          <a:xfrm>
            <a:off x="9055106" y="0"/>
            <a:ext cx="3136894" cy="6858000"/>
          </a:xfrm>
          <a:prstGeom prst="rect">
            <a:avLst/>
          </a:prstGeom>
          <a:noFill/>
          <a:ln>
            <a:noFill/>
          </a:ln>
        </p:spPr>
      </p:pic>
      <p:sp>
        <p:nvSpPr>
          <p:cNvPr id="78" name="Google Shape;78;p25"/>
          <p:cNvSpPr txBox="1"/>
          <p:nvPr>
            <p:ph type="title"/>
          </p:nvPr>
        </p:nvSpPr>
        <p:spPr>
          <a:xfrm>
            <a:off x="761999" y="715961"/>
            <a:ext cx="6476999" cy="1189037"/>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4000"/>
              <a:buFont typeface="Quattrocento Sans"/>
              <a:buNone/>
              <a:defRPr b="1" sz="40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2160">
          <p15:clr>
            <a:srgbClr val="FBAE40"/>
          </p15:clr>
        </p15:guide>
        <p15:guide id="2" pos="6127">
          <p15:clr>
            <a:srgbClr val="5ACBF0"/>
          </p15:clr>
        </p15:guide>
        <p15:guide id="3" orient="horz" pos="2240">
          <p15:clr>
            <a:srgbClr val="5ACBF0"/>
          </p15:clr>
        </p15:guide>
        <p15:guide id="4" orient="horz" pos="2487">
          <p15:clr>
            <a:srgbClr val="5ACBF0"/>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lt1"/>
              </a:buClr>
              <a:buSzPts val="4400"/>
              <a:buFont typeface="Quattrocento Sans"/>
              <a:buNone/>
              <a:defRPr b="0" i="0" sz="4400" u="none" cap="none" strike="noStrike">
                <a:solidFill>
                  <a:schemeClr val="l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lt1"/>
              </a:buClr>
              <a:buSzPts val="2800"/>
              <a:buFont typeface="Arial"/>
              <a:buChar char="•"/>
              <a:defRPr b="0" i="0" sz="2800" u="none" cap="none" strike="noStrike">
                <a:solidFill>
                  <a:schemeClr val="lt1"/>
                </a:solidFill>
                <a:latin typeface="Quattrocento Sans"/>
                <a:ea typeface="Quattrocento Sans"/>
                <a:cs typeface="Quattrocento Sans"/>
                <a:sym typeface="Quattrocento Sans"/>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Quattrocento Sans"/>
                <a:ea typeface="Quattrocento Sans"/>
                <a:cs typeface="Quattrocento Sans"/>
                <a:sym typeface="Quattrocento Sans"/>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Quattrocento Sans"/>
                <a:ea typeface="Quattrocento Sans"/>
                <a:cs typeface="Quattrocento Sans"/>
                <a:sym typeface="Quattrocento Sans"/>
              </a:defRPr>
            </a:lvl3pPr>
            <a:lvl4pPr indent="-342900" lvl="3" marL="1828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Quattrocento Sans"/>
                <a:ea typeface="Quattrocento Sans"/>
                <a:cs typeface="Quattrocento Sans"/>
                <a:sym typeface="Quattrocento Sans"/>
              </a:defRPr>
            </a:lvl4pPr>
            <a:lvl5pPr indent="-342900" lvl="4" marL="22860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Quattrocento Sans"/>
                <a:ea typeface="Quattrocento Sans"/>
                <a:cs typeface="Quattrocento Sans"/>
                <a:sym typeface="Quattrocento Sans"/>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Quattrocento Sans"/>
                <a:ea typeface="Quattrocento Sans"/>
                <a:cs typeface="Quattrocento Sans"/>
                <a:sym typeface="Quattrocento Sans"/>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Quattrocento Sans"/>
                <a:ea typeface="Quattrocento Sans"/>
                <a:cs typeface="Quattrocento Sans"/>
                <a:sym typeface="Quattrocento Sans"/>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Quattrocento Sans"/>
                <a:ea typeface="Quattrocento Sans"/>
                <a:cs typeface="Quattrocento Sans"/>
                <a:sym typeface="Quattrocento Sans"/>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Quattrocento Sans"/>
                <a:ea typeface="Quattrocento Sans"/>
                <a:cs typeface="Quattrocento Sans"/>
                <a:sym typeface="Quattrocento Sans"/>
              </a:defRPr>
            </a:lvl9pPr>
          </a:lstStyle>
          <a:p/>
        </p:txBody>
      </p:sp>
      <p:sp>
        <p:nvSpPr>
          <p:cNvPr id="12" name="Google Shape;12;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13" name="Google Shape;13;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14" name="Google Shape;14;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00" u="none" cap="none" strike="noStrike">
                <a:solidFill>
                  <a:schemeClr val="lt1"/>
                </a:solidFill>
                <a:latin typeface="Arial"/>
                <a:ea typeface="Arial"/>
                <a:cs typeface="Arial"/>
                <a:sym typeface="Arial"/>
              </a:defRPr>
            </a:lvl1pPr>
            <a:lvl2pPr indent="0" lvl="1" marL="0" marR="0" rtl="0" algn="r">
              <a:spcBef>
                <a:spcPts val="0"/>
              </a:spcBef>
              <a:spcAft>
                <a:spcPts val="0"/>
              </a:spcAft>
              <a:buNone/>
              <a:defRPr b="0" i="0" sz="1200" u="none" cap="none" strike="noStrike">
                <a:solidFill>
                  <a:schemeClr val="lt1"/>
                </a:solidFill>
                <a:latin typeface="Arial"/>
                <a:ea typeface="Arial"/>
                <a:cs typeface="Arial"/>
                <a:sym typeface="Arial"/>
              </a:defRPr>
            </a:lvl2pPr>
            <a:lvl3pPr indent="0" lvl="2" marL="0" marR="0" rtl="0" algn="r">
              <a:spcBef>
                <a:spcPts val="0"/>
              </a:spcBef>
              <a:spcAft>
                <a:spcPts val="0"/>
              </a:spcAft>
              <a:buNone/>
              <a:defRPr b="0" i="0" sz="1200" u="none" cap="none" strike="noStrike">
                <a:solidFill>
                  <a:schemeClr val="lt1"/>
                </a:solidFill>
                <a:latin typeface="Arial"/>
                <a:ea typeface="Arial"/>
                <a:cs typeface="Arial"/>
                <a:sym typeface="Arial"/>
              </a:defRPr>
            </a:lvl3pPr>
            <a:lvl4pPr indent="0" lvl="3" marL="0" marR="0" rtl="0" algn="r">
              <a:spcBef>
                <a:spcPts val="0"/>
              </a:spcBef>
              <a:spcAft>
                <a:spcPts val="0"/>
              </a:spcAft>
              <a:buNone/>
              <a:defRPr b="0" i="0" sz="1200" u="none" cap="none" strike="noStrike">
                <a:solidFill>
                  <a:schemeClr val="lt1"/>
                </a:solidFill>
                <a:latin typeface="Arial"/>
                <a:ea typeface="Arial"/>
                <a:cs typeface="Arial"/>
                <a:sym typeface="Arial"/>
              </a:defRPr>
            </a:lvl4pPr>
            <a:lvl5pPr indent="0" lvl="4" marL="0" marR="0" rtl="0" algn="r">
              <a:spcBef>
                <a:spcPts val="0"/>
              </a:spcBef>
              <a:spcAft>
                <a:spcPts val="0"/>
              </a:spcAft>
              <a:buNone/>
              <a:defRPr b="0" i="0" sz="1200" u="none" cap="none" strike="noStrike">
                <a:solidFill>
                  <a:schemeClr val="lt1"/>
                </a:solidFill>
                <a:latin typeface="Arial"/>
                <a:ea typeface="Arial"/>
                <a:cs typeface="Arial"/>
                <a:sym typeface="Arial"/>
              </a:defRPr>
            </a:lvl5pPr>
            <a:lvl6pPr indent="0" lvl="5" marL="0" marR="0" rtl="0" algn="r">
              <a:spcBef>
                <a:spcPts val="0"/>
              </a:spcBef>
              <a:spcAft>
                <a:spcPts val="0"/>
              </a:spcAft>
              <a:buNone/>
              <a:defRPr b="0" i="0" sz="1200" u="none" cap="none" strike="noStrike">
                <a:solidFill>
                  <a:schemeClr val="lt1"/>
                </a:solidFill>
                <a:latin typeface="Arial"/>
                <a:ea typeface="Arial"/>
                <a:cs typeface="Arial"/>
                <a:sym typeface="Arial"/>
              </a:defRPr>
            </a:lvl6pPr>
            <a:lvl7pPr indent="0" lvl="6" marL="0" marR="0" rtl="0" algn="r">
              <a:spcBef>
                <a:spcPts val="0"/>
              </a:spcBef>
              <a:spcAft>
                <a:spcPts val="0"/>
              </a:spcAft>
              <a:buNone/>
              <a:defRPr b="0" i="0" sz="1200" u="none" cap="none" strike="noStrike">
                <a:solidFill>
                  <a:schemeClr val="lt1"/>
                </a:solidFill>
                <a:latin typeface="Arial"/>
                <a:ea typeface="Arial"/>
                <a:cs typeface="Arial"/>
                <a:sym typeface="Arial"/>
              </a:defRPr>
            </a:lvl7pPr>
            <a:lvl8pPr indent="0" lvl="7" marL="0" marR="0" rtl="0" algn="r">
              <a:spcBef>
                <a:spcPts val="0"/>
              </a:spcBef>
              <a:spcAft>
                <a:spcPts val="0"/>
              </a:spcAft>
              <a:buNone/>
              <a:defRPr b="0" i="0" sz="1200" u="none" cap="none" strike="noStrike">
                <a:solidFill>
                  <a:schemeClr val="lt1"/>
                </a:solidFill>
                <a:latin typeface="Arial"/>
                <a:ea typeface="Arial"/>
                <a:cs typeface="Arial"/>
                <a:sym typeface="Arial"/>
              </a:defRPr>
            </a:lvl8pPr>
            <a:lvl9pPr indent="0" lvl="8" marL="0" marR="0" rtl="0" algn="r">
              <a:spcBef>
                <a:spcPts val="0"/>
              </a:spcBef>
              <a:spcAft>
                <a:spcPts val="0"/>
              </a:spcAft>
              <a:buNone/>
              <a:defRPr b="0" i="0" sz="12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65" name="Shape 65"/>
        <p:cNvGrpSpPr/>
        <p:nvPr/>
      </p:nvGrpSpPr>
      <p:grpSpPr>
        <a:xfrm>
          <a:off x="0" y="0"/>
          <a:ext cx="0" cy="0"/>
          <a:chOff x="0" y="0"/>
          <a:chExt cx="0" cy="0"/>
        </a:xfrm>
      </p:grpSpPr>
      <p:sp>
        <p:nvSpPr>
          <p:cNvPr id="66" name="Google Shape;66;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Quattrocento Sans"/>
              <a:buNone/>
              <a:defRPr b="0" i="0" sz="4400" u="none" cap="none" strike="noStrike">
                <a:solidFill>
                  <a:schemeClr val="dk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7" name="Google Shape;67;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Quattrocento Sans"/>
                <a:ea typeface="Quattrocento Sans"/>
                <a:cs typeface="Quattrocento Sans"/>
                <a:sym typeface="Quattrocento San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attrocento Sans"/>
                <a:ea typeface="Quattrocento Sans"/>
                <a:cs typeface="Quattrocento Sans"/>
                <a:sym typeface="Quattrocento San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attrocento Sans"/>
                <a:ea typeface="Quattrocento Sans"/>
                <a:cs typeface="Quattrocento Sans"/>
                <a:sym typeface="Quattrocento San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9pPr>
          </a:lstStyle>
          <a:p/>
        </p:txBody>
      </p:sp>
      <p:sp>
        <p:nvSpPr>
          <p:cNvPr id="68" name="Google Shape;68;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9" name="Google Shape;69;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0" name="Google Shape;70;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00" u="none" cap="none" strike="noStrike">
                <a:solidFill>
                  <a:srgbClr val="888888"/>
                </a:solidFill>
                <a:latin typeface="Arial"/>
                <a:ea typeface="Arial"/>
                <a:cs typeface="Arial"/>
                <a:sym typeface="Arial"/>
              </a:defRPr>
            </a:lvl1pPr>
            <a:lvl2pPr indent="0" lvl="1" marL="0" marR="0" rtl="0" algn="r">
              <a:spcBef>
                <a:spcPts val="0"/>
              </a:spcBef>
              <a:spcAft>
                <a:spcPts val="0"/>
              </a:spcAft>
              <a:buNone/>
              <a:defRPr b="0" i="0" sz="1200" u="none" cap="none" strike="noStrike">
                <a:solidFill>
                  <a:srgbClr val="888888"/>
                </a:solidFill>
                <a:latin typeface="Arial"/>
                <a:ea typeface="Arial"/>
                <a:cs typeface="Arial"/>
                <a:sym typeface="Arial"/>
              </a:defRPr>
            </a:lvl2pPr>
            <a:lvl3pPr indent="0" lvl="2" marL="0" marR="0" rtl="0" algn="r">
              <a:spcBef>
                <a:spcPts val="0"/>
              </a:spcBef>
              <a:spcAft>
                <a:spcPts val="0"/>
              </a:spcAft>
              <a:buNone/>
              <a:defRPr b="0" i="0" sz="1200" u="none" cap="none" strike="noStrike">
                <a:solidFill>
                  <a:srgbClr val="888888"/>
                </a:solidFill>
                <a:latin typeface="Arial"/>
                <a:ea typeface="Arial"/>
                <a:cs typeface="Arial"/>
                <a:sym typeface="Arial"/>
              </a:defRPr>
            </a:lvl3pPr>
            <a:lvl4pPr indent="0" lvl="3" marL="0" marR="0" rtl="0" algn="r">
              <a:spcBef>
                <a:spcPts val="0"/>
              </a:spcBef>
              <a:spcAft>
                <a:spcPts val="0"/>
              </a:spcAft>
              <a:buNone/>
              <a:defRPr b="0" i="0" sz="1200" u="none" cap="none" strike="noStrike">
                <a:solidFill>
                  <a:srgbClr val="888888"/>
                </a:solidFill>
                <a:latin typeface="Arial"/>
                <a:ea typeface="Arial"/>
                <a:cs typeface="Arial"/>
                <a:sym typeface="Arial"/>
              </a:defRPr>
            </a:lvl4pPr>
            <a:lvl5pPr indent="0" lvl="4" marL="0" marR="0" rtl="0" algn="r">
              <a:spcBef>
                <a:spcPts val="0"/>
              </a:spcBef>
              <a:spcAft>
                <a:spcPts val="0"/>
              </a:spcAft>
              <a:buNone/>
              <a:defRPr b="0" i="0" sz="1200" u="none" cap="none" strike="noStrike">
                <a:solidFill>
                  <a:srgbClr val="888888"/>
                </a:solidFill>
                <a:latin typeface="Arial"/>
                <a:ea typeface="Arial"/>
                <a:cs typeface="Arial"/>
                <a:sym typeface="Arial"/>
              </a:defRPr>
            </a:lvl5pPr>
            <a:lvl6pPr indent="0" lvl="5" marL="0" marR="0" rtl="0" algn="r">
              <a:spcBef>
                <a:spcPts val="0"/>
              </a:spcBef>
              <a:spcAft>
                <a:spcPts val="0"/>
              </a:spcAft>
              <a:buNone/>
              <a:defRPr b="0" i="0" sz="1200" u="none" cap="none" strike="noStrike">
                <a:solidFill>
                  <a:srgbClr val="888888"/>
                </a:solidFill>
                <a:latin typeface="Arial"/>
                <a:ea typeface="Arial"/>
                <a:cs typeface="Arial"/>
                <a:sym typeface="Arial"/>
              </a:defRPr>
            </a:lvl6pPr>
            <a:lvl7pPr indent="0" lvl="6" marL="0" marR="0" rtl="0" algn="r">
              <a:spcBef>
                <a:spcPts val="0"/>
              </a:spcBef>
              <a:spcAft>
                <a:spcPts val="0"/>
              </a:spcAft>
              <a:buNone/>
              <a:defRPr b="0" i="0" sz="1200" u="none" cap="none" strike="noStrike">
                <a:solidFill>
                  <a:srgbClr val="888888"/>
                </a:solidFill>
                <a:latin typeface="Arial"/>
                <a:ea typeface="Arial"/>
                <a:cs typeface="Arial"/>
                <a:sym typeface="Arial"/>
              </a:defRPr>
            </a:lvl7pPr>
            <a:lvl8pPr indent="0" lvl="7" marL="0" marR="0" rtl="0" algn="r">
              <a:spcBef>
                <a:spcPts val="0"/>
              </a:spcBef>
              <a:spcAft>
                <a:spcPts val="0"/>
              </a:spcAft>
              <a:buNone/>
              <a:defRPr b="0" i="0" sz="1200" u="none" cap="none" strike="noStrike">
                <a:solidFill>
                  <a:srgbClr val="888888"/>
                </a:solidFill>
                <a:latin typeface="Arial"/>
                <a:ea typeface="Arial"/>
                <a:cs typeface="Arial"/>
                <a:sym typeface="Arial"/>
              </a:defRPr>
            </a:lvl8pPr>
            <a:lvl9pPr indent="0" lvl="8" marL="0" marR="0" rtl="0" algn="r">
              <a:spcBef>
                <a:spcPts val="0"/>
              </a:spcBef>
              <a:spcAft>
                <a:spcPts val="0"/>
              </a:spcAft>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13.png"/><Relationship Id="rId6"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image" Target="../media/image2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 Id="rId3" Type="http://schemas.openxmlformats.org/officeDocument/2006/relationships/image" Target="../media/image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 Id="rId3" Type="http://schemas.openxmlformats.org/officeDocument/2006/relationships/hyperlink" Target="https://www.programiz.com/sql/online-compiler/"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2.xml"/><Relationship Id="rId3" Type="http://schemas.openxmlformats.org/officeDocument/2006/relationships/hyperlink" Target="https://colab.research.google.com/drive/13qXZW3M5jCpZn6VUPe-AijgA4igK-XGi?usp=sharing"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title"/>
          </p:nvPr>
        </p:nvSpPr>
        <p:spPr>
          <a:xfrm>
            <a:off x="2581656" y="932688"/>
            <a:ext cx="7022700" cy="2258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70B9B1"/>
              </a:buClr>
              <a:buSzPts val="4800"/>
              <a:buFont typeface="Quattrocento Sans"/>
              <a:buNone/>
            </a:pPr>
            <a:r>
              <a:rPr lang="en-US"/>
              <a:t>Guvi DS</a:t>
            </a:r>
            <a:endParaRPr/>
          </a:p>
          <a:p>
            <a:pPr indent="0" lvl="0" marL="0" rtl="0" algn="ctr">
              <a:lnSpc>
                <a:spcPct val="90000"/>
              </a:lnSpc>
              <a:spcBef>
                <a:spcPts val="0"/>
              </a:spcBef>
              <a:spcAft>
                <a:spcPts val="0"/>
              </a:spcAft>
              <a:buClr>
                <a:srgbClr val="70B9B1"/>
              </a:buClr>
              <a:buSzPts val="4800"/>
              <a:buFont typeface="Quattrocento Sans"/>
              <a:buNone/>
            </a:pPr>
            <a:r>
              <a:rPr lang="en-US"/>
              <a:t>SQL</a:t>
            </a:r>
            <a:endParaRPr/>
          </a:p>
        </p:txBody>
      </p:sp>
      <p:sp>
        <p:nvSpPr>
          <p:cNvPr id="85" name="Google Shape;85;p1"/>
          <p:cNvSpPr txBox="1"/>
          <p:nvPr>
            <p:ph type="title"/>
          </p:nvPr>
        </p:nvSpPr>
        <p:spPr>
          <a:xfrm>
            <a:off x="2584656" y="3249738"/>
            <a:ext cx="7022700" cy="2258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70B9B1"/>
              </a:buClr>
              <a:buSzPts val="4800"/>
              <a:buFont typeface="Quattrocento Sans"/>
              <a:buNone/>
            </a:pPr>
            <a:r>
              <a:rPr lang="en-US" sz="4100"/>
              <a:t> </a:t>
            </a:r>
            <a:r>
              <a:rPr lang="en-US" sz="4100"/>
              <a:t>Chandan J</a:t>
            </a:r>
            <a:endParaRPr sz="41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89" name="Shape 89"/>
        <p:cNvGrpSpPr/>
        <p:nvPr/>
      </p:nvGrpSpPr>
      <p:grpSpPr>
        <a:xfrm>
          <a:off x="0" y="0"/>
          <a:ext cx="0" cy="0"/>
          <a:chOff x="0" y="0"/>
          <a:chExt cx="0" cy="0"/>
        </a:xfrm>
      </p:grpSpPr>
      <p:sp>
        <p:nvSpPr>
          <p:cNvPr id="90" name="Google Shape;90;p2"/>
          <p:cNvSpPr txBox="1"/>
          <p:nvPr>
            <p:ph type="title"/>
          </p:nvPr>
        </p:nvSpPr>
        <p:spPr>
          <a:xfrm>
            <a:off x="761999" y="715961"/>
            <a:ext cx="6476999" cy="118903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Quattrocento Sans"/>
              <a:buNone/>
            </a:pPr>
            <a:r>
              <a:rPr lang="en-US"/>
              <a:t>Topics</a:t>
            </a:r>
            <a:endParaRPr/>
          </a:p>
        </p:txBody>
      </p:sp>
      <p:sp>
        <p:nvSpPr>
          <p:cNvPr id="91" name="Google Shape;91;p2"/>
          <p:cNvSpPr txBox="1"/>
          <p:nvPr>
            <p:ph idx="1" type="body"/>
          </p:nvPr>
        </p:nvSpPr>
        <p:spPr>
          <a:xfrm>
            <a:off x="762000" y="1905000"/>
            <a:ext cx="7353300" cy="3276600"/>
          </a:xfrm>
          <a:prstGeom prst="rect">
            <a:avLst/>
          </a:prstGeom>
          <a:noFill/>
          <a:ln>
            <a:noFill/>
          </a:ln>
        </p:spPr>
        <p:txBody>
          <a:bodyPr anchorCtr="0" anchor="t" bIns="45700" lIns="91425" spcFirstLastPara="1" rIns="91425" wrap="square" tIns="45700">
            <a:normAutofit/>
          </a:bodyPr>
          <a:lstStyle/>
          <a:p>
            <a:pPr indent="-327914" lvl="1" marL="283464" rtl="0" algn="l">
              <a:lnSpc>
                <a:spcPct val="90000"/>
              </a:lnSpc>
              <a:spcBef>
                <a:spcPts val="1000"/>
              </a:spcBef>
              <a:spcAft>
                <a:spcPts val="0"/>
              </a:spcAft>
              <a:buClr>
                <a:schemeClr val="lt1"/>
              </a:buClr>
              <a:buSzPts val="2500"/>
              <a:buChar char="•"/>
            </a:pPr>
            <a:r>
              <a:rPr b="1" lang="en-US" sz="2500"/>
              <a:t>Data Modeling</a:t>
            </a:r>
            <a:endParaRPr b="1" sz="2500"/>
          </a:p>
          <a:p>
            <a:pPr indent="-327914" lvl="1" marL="283464" rtl="0" algn="l">
              <a:lnSpc>
                <a:spcPct val="90000"/>
              </a:lnSpc>
              <a:spcBef>
                <a:spcPts val="1000"/>
              </a:spcBef>
              <a:spcAft>
                <a:spcPts val="0"/>
              </a:spcAft>
              <a:buSzPts val="2500"/>
              <a:buChar char="•"/>
            </a:pPr>
            <a:r>
              <a:rPr b="1" lang="en-US" sz="2500"/>
              <a:t>Normalization</a:t>
            </a:r>
            <a:endParaRPr b="1" sz="2500"/>
          </a:p>
          <a:p>
            <a:pPr indent="-327914" lvl="1" marL="283464" rtl="0" algn="l">
              <a:lnSpc>
                <a:spcPct val="90000"/>
              </a:lnSpc>
              <a:spcBef>
                <a:spcPts val="1000"/>
              </a:spcBef>
              <a:spcAft>
                <a:spcPts val="0"/>
              </a:spcAft>
              <a:buSzPts val="2500"/>
              <a:buChar char="•"/>
            </a:pPr>
            <a:r>
              <a:rPr b="1" lang="en-US" sz="2500"/>
              <a:t>Star Schema</a:t>
            </a:r>
            <a:endParaRPr b="1" sz="2500"/>
          </a:p>
          <a:p>
            <a:pPr indent="-327914" lvl="1" marL="283464" rtl="0" algn="l">
              <a:lnSpc>
                <a:spcPct val="90000"/>
              </a:lnSpc>
              <a:spcBef>
                <a:spcPts val="1000"/>
              </a:spcBef>
              <a:spcAft>
                <a:spcPts val="0"/>
              </a:spcAft>
              <a:buSzPts val="2500"/>
              <a:buChar char="•"/>
            </a:pPr>
            <a:r>
              <a:rPr b="1" lang="en-US" sz="2500"/>
              <a:t>ACID Properties</a:t>
            </a:r>
            <a:endParaRPr b="1" sz="2500"/>
          </a:p>
          <a:p>
            <a:pPr indent="-327914" lvl="1" marL="283464" rtl="0" algn="l">
              <a:lnSpc>
                <a:spcPct val="90000"/>
              </a:lnSpc>
              <a:spcBef>
                <a:spcPts val="1000"/>
              </a:spcBef>
              <a:spcAft>
                <a:spcPts val="0"/>
              </a:spcAft>
              <a:buSzPts val="2500"/>
              <a:buChar char="•"/>
            </a:pPr>
            <a:r>
              <a:rPr b="1" lang="en-US" sz="2500"/>
              <a:t>Select, Insert, Update and Delete (DML and DQL)</a:t>
            </a:r>
            <a:endParaRPr b="1" sz="2500"/>
          </a:p>
          <a:p>
            <a:pPr indent="-327914" lvl="1" marL="283464" rtl="0" algn="l">
              <a:lnSpc>
                <a:spcPct val="90000"/>
              </a:lnSpc>
              <a:spcBef>
                <a:spcPts val="1000"/>
              </a:spcBef>
              <a:spcAft>
                <a:spcPts val="0"/>
              </a:spcAft>
              <a:buSzPts val="2500"/>
              <a:buChar char="•"/>
            </a:pPr>
            <a:r>
              <a:rPr b="1" lang="en-US" sz="2500"/>
              <a:t>Join Operation</a:t>
            </a:r>
            <a:endParaRPr b="1" sz="25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6" name="Shape 96"/>
        <p:cNvGrpSpPr/>
        <p:nvPr/>
      </p:nvGrpSpPr>
      <p:grpSpPr>
        <a:xfrm>
          <a:off x="0" y="0"/>
          <a:ext cx="0" cy="0"/>
          <a:chOff x="0" y="0"/>
          <a:chExt cx="0" cy="0"/>
        </a:xfrm>
      </p:grpSpPr>
      <p:pic>
        <p:nvPicPr>
          <p:cNvPr id="97" name="Google Shape;97;g2ca6a579762_1_0"/>
          <p:cNvPicPr preferRelativeResize="0"/>
          <p:nvPr/>
        </p:nvPicPr>
        <p:blipFill>
          <a:blip r:embed="rId3">
            <a:alphaModFix/>
          </a:blip>
          <a:stretch>
            <a:fillRect/>
          </a:stretch>
        </p:blipFill>
        <p:spPr>
          <a:xfrm>
            <a:off x="2819400" y="140925"/>
            <a:ext cx="6553201" cy="65532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g283a0ad4a90_0_7"/>
          <p:cNvSpPr txBox="1"/>
          <p:nvPr>
            <p:ph type="title"/>
          </p:nvPr>
        </p:nvSpPr>
        <p:spPr>
          <a:xfrm>
            <a:off x="3629549" y="645411"/>
            <a:ext cx="7218900" cy="118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Quattrocento Sans"/>
              <a:buNone/>
            </a:pPr>
            <a:r>
              <a:rPr lang="en-US"/>
              <a:t>Data</a:t>
            </a:r>
            <a:endParaRPr/>
          </a:p>
        </p:txBody>
      </p:sp>
      <p:sp>
        <p:nvSpPr>
          <p:cNvPr id="103" name="Google Shape;103;g283a0ad4a90_0_7"/>
          <p:cNvSpPr txBox="1"/>
          <p:nvPr>
            <p:ph idx="1" type="body"/>
          </p:nvPr>
        </p:nvSpPr>
        <p:spPr>
          <a:xfrm>
            <a:off x="3190475" y="1828800"/>
            <a:ext cx="8486100" cy="3276600"/>
          </a:xfrm>
          <a:prstGeom prst="rect">
            <a:avLst/>
          </a:prstGeom>
          <a:noFill/>
          <a:ln>
            <a:noFill/>
          </a:ln>
        </p:spPr>
        <p:txBody>
          <a:bodyPr anchorCtr="0" anchor="t" bIns="45700" lIns="91425" spcFirstLastPara="1" rIns="91425" wrap="square" tIns="45700">
            <a:noAutofit/>
          </a:bodyPr>
          <a:lstStyle/>
          <a:p>
            <a:pPr indent="-291719" lvl="1" marL="283464" rtl="0" algn="l">
              <a:lnSpc>
                <a:spcPct val="140000"/>
              </a:lnSpc>
              <a:spcBef>
                <a:spcPts val="1000"/>
              </a:spcBef>
              <a:spcAft>
                <a:spcPts val="0"/>
              </a:spcAft>
              <a:buClr>
                <a:srgbClr val="76330E"/>
              </a:buClr>
              <a:buSzPts val="1930"/>
              <a:buChar char="•"/>
            </a:pPr>
            <a:r>
              <a:rPr b="1" lang="en-US" sz="1929"/>
              <a:t>Data : refer to computer information, and this information was either transmitted or stored. </a:t>
            </a:r>
            <a:endParaRPr b="1" sz="1929"/>
          </a:p>
          <a:p>
            <a:pPr indent="-291719" lvl="1" marL="283464" rtl="0" algn="l">
              <a:lnSpc>
                <a:spcPct val="140000"/>
              </a:lnSpc>
              <a:spcBef>
                <a:spcPts val="1000"/>
              </a:spcBef>
              <a:spcAft>
                <a:spcPts val="0"/>
              </a:spcAft>
              <a:buSzPts val="1930"/>
              <a:buChar char="•"/>
            </a:pPr>
            <a:r>
              <a:rPr b="1" lang="en-US" sz="1929"/>
              <a:t>Data can be texts or numbers written on papers, or it can be bytes and bits inside the memory of electronic devices, or it could be facts that are stored inside a person’s mind.</a:t>
            </a:r>
            <a:endParaRPr b="1" sz="1929"/>
          </a:p>
          <a:p>
            <a:pPr indent="-291719" lvl="1" marL="283464" rtl="0" algn="l">
              <a:lnSpc>
                <a:spcPct val="140000"/>
              </a:lnSpc>
              <a:spcBef>
                <a:spcPts val="1000"/>
              </a:spcBef>
              <a:spcAft>
                <a:spcPts val="0"/>
              </a:spcAft>
              <a:buClr>
                <a:srgbClr val="76330E"/>
              </a:buClr>
              <a:buSzPts val="1930"/>
              <a:buChar char="•"/>
            </a:pPr>
            <a:r>
              <a:rPr b="1" lang="en-US" sz="1929"/>
              <a:t>Data is changing the way the world functions.</a:t>
            </a:r>
            <a:endParaRPr b="1" sz="1929"/>
          </a:p>
          <a:p>
            <a:pPr indent="-291719" lvl="1" marL="283464" rtl="0" algn="l">
              <a:lnSpc>
                <a:spcPct val="140000"/>
              </a:lnSpc>
              <a:spcBef>
                <a:spcPts val="1000"/>
              </a:spcBef>
              <a:spcAft>
                <a:spcPts val="0"/>
              </a:spcAft>
              <a:buSzPts val="1930"/>
              <a:buChar char="•"/>
            </a:pPr>
            <a:r>
              <a:rPr b="1" lang="en-US" sz="1929"/>
              <a:t>Some of the decisions that can be taken by data are: disease cures, a company’s revenue strategy, efficient building construction, or those targeted ads on your social media page.</a:t>
            </a:r>
            <a:endParaRPr b="1" sz="1929"/>
          </a:p>
          <a:p>
            <a:pPr indent="-291719" lvl="1" marL="283464" rtl="0" algn="l">
              <a:lnSpc>
                <a:spcPct val="140000"/>
              </a:lnSpc>
              <a:spcBef>
                <a:spcPts val="1000"/>
              </a:spcBef>
              <a:spcAft>
                <a:spcPts val="0"/>
              </a:spcAft>
              <a:buSzPts val="1930"/>
              <a:buChar char="•"/>
            </a:pPr>
            <a:r>
              <a:rPr b="1" lang="en-US" sz="1929"/>
              <a:t>Data : info that is Machine </a:t>
            </a:r>
            <a:r>
              <a:rPr b="1" lang="en-US" sz="1929"/>
              <a:t>readable</a:t>
            </a:r>
            <a:endParaRPr b="1" sz="1929"/>
          </a:p>
          <a:p>
            <a:pPr indent="-236855" lvl="2" marL="1143000" rtl="0" algn="l">
              <a:lnSpc>
                <a:spcPct val="140000"/>
              </a:lnSpc>
              <a:spcBef>
                <a:spcPts val="0"/>
              </a:spcBef>
              <a:spcAft>
                <a:spcPts val="0"/>
              </a:spcAft>
              <a:buSzPts val="1930"/>
              <a:buChar char="•"/>
            </a:pPr>
            <a:r>
              <a:t/>
            </a:r>
            <a:endParaRPr b="1" sz="2070"/>
          </a:p>
          <a:p>
            <a:pPr indent="-236855" lvl="2" marL="1143000" rtl="0" algn="l">
              <a:lnSpc>
                <a:spcPct val="140000"/>
              </a:lnSpc>
              <a:spcBef>
                <a:spcPts val="1000"/>
              </a:spcBef>
              <a:spcAft>
                <a:spcPts val="0"/>
              </a:spcAft>
              <a:buSzPts val="1930"/>
              <a:buChar char="•"/>
            </a:pPr>
            <a:r>
              <a:t/>
            </a:r>
            <a:endParaRPr b="1" sz="207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g2ca6a579762_1_7"/>
          <p:cNvPicPr preferRelativeResize="0"/>
          <p:nvPr/>
        </p:nvPicPr>
        <p:blipFill>
          <a:blip r:embed="rId3">
            <a:alphaModFix/>
          </a:blip>
          <a:stretch>
            <a:fillRect/>
          </a:stretch>
        </p:blipFill>
        <p:spPr>
          <a:xfrm>
            <a:off x="2819400" y="127000"/>
            <a:ext cx="6553201" cy="65532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id="115" name="Google Shape;115;g2ca6a579762_1_14"/>
          <p:cNvPicPr preferRelativeResize="0"/>
          <p:nvPr/>
        </p:nvPicPr>
        <p:blipFill>
          <a:blip r:embed="rId3">
            <a:alphaModFix/>
          </a:blip>
          <a:stretch>
            <a:fillRect/>
          </a:stretch>
        </p:blipFill>
        <p:spPr>
          <a:xfrm>
            <a:off x="2819400" y="279400"/>
            <a:ext cx="6553201" cy="65532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283a0ad4a90_0_22"/>
          <p:cNvSpPr txBox="1"/>
          <p:nvPr>
            <p:ph type="title"/>
          </p:nvPr>
        </p:nvSpPr>
        <p:spPr>
          <a:xfrm>
            <a:off x="3629549" y="645411"/>
            <a:ext cx="7218900" cy="118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Quattrocento Sans"/>
              <a:buNone/>
            </a:pPr>
            <a:r>
              <a:rPr lang="en-US"/>
              <a:t>Information</a:t>
            </a:r>
            <a:endParaRPr/>
          </a:p>
        </p:txBody>
      </p:sp>
      <p:sp>
        <p:nvSpPr>
          <p:cNvPr id="121" name="Google Shape;121;g283a0ad4a90_0_22"/>
          <p:cNvSpPr txBox="1"/>
          <p:nvPr>
            <p:ph idx="1" type="body"/>
          </p:nvPr>
        </p:nvSpPr>
        <p:spPr>
          <a:xfrm>
            <a:off x="3190475" y="1828800"/>
            <a:ext cx="8486100" cy="3276600"/>
          </a:xfrm>
          <a:prstGeom prst="rect">
            <a:avLst/>
          </a:prstGeom>
          <a:noFill/>
          <a:ln>
            <a:noFill/>
          </a:ln>
        </p:spPr>
        <p:txBody>
          <a:bodyPr anchorCtr="0" anchor="t" bIns="45700" lIns="91425" spcFirstLastPara="1" rIns="91425" wrap="square" tIns="45700">
            <a:noAutofit/>
          </a:bodyPr>
          <a:lstStyle/>
          <a:p>
            <a:pPr indent="-291719" lvl="1" marL="283464" rtl="0" algn="l">
              <a:lnSpc>
                <a:spcPct val="140000"/>
              </a:lnSpc>
              <a:spcBef>
                <a:spcPts val="1000"/>
              </a:spcBef>
              <a:spcAft>
                <a:spcPts val="0"/>
              </a:spcAft>
              <a:buClr>
                <a:srgbClr val="76330E"/>
              </a:buClr>
              <a:buSzPts val="1930"/>
              <a:buChar char="•"/>
            </a:pPr>
            <a:r>
              <a:rPr b="1" lang="en-US" sz="1929"/>
              <a:t>Organized data that has some meaningful value for the user.</a:t>
            </a:r>
            <a:endParaRPr b="1" sz="1929"/>
          </a:p>
          <a:p>
            <a:pPr indent="-291719" lvl="1" marL="283464" rtl="0" algn="l">
              <a:lnSpc>
                <a:spcPct val="140000"/>
              </a:lnSpc>
              <a:spcBef>
                <a:spcPts val="1000"/>
              </a:spcBef>
              <a:spcAft>
                <a:spcPts val="0"/>
              </a:spcAft>
              <a:buSzPts val="1930"/>
              <a:buChar char="•"/>
            </a:pPr>
            <a:r>
              <a:rPr b="1" lang="en-US" sz="1929"/>
              <a:t>It's</a:t>
            </a:r>
            <a:r>
              <a:rPr b="1" lang="en-US" sz="1929"/>
              <a:t> the processed Data : Helps to make decision action</a:t>
            </a:r>
            <a:endParaRPr b="1" sz="1929"/>
          </a:p>
          <a:p>
            <a:pPr indent="-291719" lvl="1" marL="283464" rtl="0" algn="l">
              <a:lnSpc>
                <a:spcPct val="140000"/>
              </a:lnSpc>
              <a:spcBef>
                <a:spcPts val="1000"/>
              </a:spcBef>
              <a:spcAft>
                <a:spcPts val="0"/>
              </a:spcAft>
              <a:buSzPts val="1930"/>
              <a:buChar char="•"/>
            </a:pPr>
            <a:r>
              <a:rPr b="1" lang="en-US" sz="1929"/>
              <a:t>Processed Data should have following Properties : Accuracy , Completeness and Timeliness</a:t>
            </a:r>
            <a:endParaRPr b="1" sz="1929"/>
          </a:p>
          <a:p>
            <a:pPr indent="-236855" lvl="2" marL="1143000" rtl="0" algn="l">
              <a:lnSpc>
                <a:spcPct val="140000"/>
              </a:lnSpc>
              <a:spcBef>
                <a:spcPts val="0"/>
              </a:spcBef>
              <a:spcAft>
                <a:spcPts val="0"/>
              </a:spcAft>
              <a:buSzPts val="1930"/>
              <a:buChar char="•"/>
            </a:pPr>
            <a:r>
              <a:t/>
            </a:r>
            <a:endParaRPr b="1" sz="2070"/>
          </a:p>
          <a:p>
            <a:pPr indent="-236855" lvl="2" marL="1143000" rtl="0" algn="l">
              <a:lnSpc>
                <a:spcPct val="140000"/>
              </a:lnSpc>
              <a:spcBef>
                <a:spcPts val="1000"/>
              </a:spcBef>
              <a:spcAft>
                <a:spcPts val="0"/>
              </a:spcAft>
              <a:buSzPts val="1930"/>
              <a:buChar char="•"/>
            </a:pPr>
            <a:r>
              <a:t/>
            </a:r>
            <a:endParaRPr b="1" sz="207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283a0ad4a90_0_28"/>
          <p:cNvSpPr txBox="1"/>
          <p:nvPr>
            <p:ph type="title"/>
          </p:nvPr>
        </p:nvSpPr>
        <p:spPr>
          <a:xfrm>
            <a:off x="3629549" y="645411"/>
            <a:ext cx="7218900" cy="118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Quattrocento Sans"/>
              <a:buNone/>
            </a:pPr>
            <a:r>
              <a:rPr lang="en-US"/>
              <a:t>Data Model</a:t>
            </a:r>
            <a:endParaRPr/>
          </a:p>
        </p:txBody>
      </p:sp>
      <p:sp>
        <p:nvSpPr>
          <p:cNvPr id="127" name="Google Shape;127;g283a0ad4a90_0_28"/>
          <p:cNvSpPr txBox="1"/>
          <p:nvPr>
            <p:ph idx="1" type="body"/>
          </p:nvPr>
        </p:nvSpPr>
        <p:spPr>
          <a:xfrm>
            <a:off x="3190475" y="1828800"/>
            <a:ext cx="8486100" cy="3276600"/>
          </a:xfrm>
          <a:prstGeom prst="rect">
            <a:avLst/>
          </a:prstGeom>
          <a:noFill/>
          <a:ln>
            <a:noFill/>
          </a:ln>
        </p:spPr>
        <p:txBody>
          <a:bodyPr anchorCtr="0" anchor="t" bIns="45700" lIns="91425" spcFirstLastPara="1" rIns="91425" wrap="square" tIns="45700">
            <a:noAutofit/>
          </a:bodyPr>
          <a:lstStyle/>
          <a:p>
            <a:pPr indent="-291719" lvl="1" marL="283464" rtl="0" algn="l">
              <a:lnSpc>
                <a:spcPct val="140000"/>
              </a:lnSpc>
              <a:spcBef>
                <a:spcPts val="1000"/>
              </a:spcBef>
              <a:spcAft>
                <a:spcPts val="0"/>
              </a:spcAft>
              <a:buClr>
                <a:srgbClr val="76330E"/>
              </a:buClr>
              <a:buSzPts val="1930"/>
              <a:buChar char="•"/>
            </a:pPr>
            <a:r>
              <a:rPr b="1" lang="en-US" sz="1929"/>
              <a:t>It's</a:t>
            </a:r>
            <a:r>
              <a:rPr b="1" lang="en-US" sz="1929"/>
              <a:t> a process that assigns relational rules to data. </a:t>
            </a:r>
            <a:endParaRPr b="1" sz="1929"/>
          </a:p>
          <a:p>
            <a:pPr indent="-291719" lvl="1" marL="283464" rtl="0" algn="l">
              <a:lnSpc>
                <a:spcPct val="140000"/>
              </a:lnSpc>
              <a:spcBef>
                <a:spcPts val="1000"/>
              </a:spcBef>
              <a:spcAft>
                <a:spcPts val="0"/>
              </a:spcAft>
              <a:buSzPts val="1930"/>
              <a:buChar char="•"/>
            </a:pPr>
            <a:r>
              <a:rPr b="1" lang="en-US" sz="1929"/>
              <a:t>A data model can be compared to a roadmap, an architect’s blueprint or any formal diagram that facilitates a deeper understanding of what is being designed.</a:t>
            </a:r>
            <a:endParaRPr b="1" sz="1929"/>
          </a:p>
          <a:p>
            <a:pPr indent="-291719" lvl="1" marL="283464" rtl="0" algn="l">
              <a:lnSpc>
                <a:spcPct val="140000"/>
              </a:lnSpc>
              <a:spcBef>
                <a:spcPts val="1000"/>
              </a:spcBef>
              <a:spcAft>
                <a:spcPts val="0"/>
              </a:spcAft>
              <a:buSzPts val="1930"/>
              <a:buChar char="•"/>
            </a:pPr>
            <a:r>
              <a:rPr b="1" lang="en-US" sz="1929"/>
              <a:t>The data model provides the blueprint for building a new database or reengineering legacy applications.</a:t>
            </a:r>
            <a:endParaRPr b="1" sz="1929"/>
          </a:p>
          <a:p>
            <a:pPr indent="-291719" lvl="1" marL="283464" rtl="0" algn="l">
              <a:lnSpc>
                <a:spcPct val="140000"/>
              </a:lnSpc>
              <a:spcBef>
                <a:spcPts val="1000"/>
              </a:spcBef>
              <a:spcAft>
                <a:spcPts val="0"/>
              </a:spcAft>
              <a:buSzPts val="1930"/>
              <a:buChar char="•"/>
            </a:pPr>
            <a:r>
              <a:rPr b="1" lang="en-US" sz="1929"/>
              <a:t>Data Models are built around business needs.</a:t>
            </a:r>
            <a:endParaRPr b="1" sz="1929"/>
          </a:p>
          <a:p>
            <a:pPr indent="0" lvl="0" marL="0" rtl="0" algn="l">
              <a:lnSpc>
                <a:spcPct val="140000"/>
              </a:lnSpc>
              <a:spcBef>
                <a:spcPts val="1000"/>
              </a:spcBef>
              <a:spcAft>
                <a:spcPts val="0"/>
              </a:spcAft>
              <a:buNone/>
            </a:pPr>
            <a:r>
              <a:t/>
            </a:r>
            <a:endParaRPr b="1" sz="1929"/>
          </a:p>
          <a:p>
            <a:pPr indent="0" lvl="0" marL="0" rtl="0" algn="l">
              <a:lnSpc>
                <a:spcPct val="140000"/>
              </a:lnSpc>
              <a:spcBef>
                <a:spcPts val="1000"/>
              </a:spcBef>
              <a:spcAft>
                <a:spcPts val="0"/>
              </a:spcAft>
              <a:buNone/>
            </a:pPr>
            <a:r>
              <a:t/>
            </a:r>
            <a:endParaRPr b="1" sz="1929"/>
          </a:p>
          <a:p>
            <a:pPr indent="-236855" lvl="2" marL="1143000" rtl="0" algn="l">
              <a:lnSpc>
                <a:spcPct val="140000"/>
              </a:lnSpc>
              <a:spcBef>
                <a:spcPts val="1000"/>
              </a:spcBef>
              <a:spcAft>
                <a:spcPts val="0"/>
              </a:spcAft>
              <a:buSzPts val="1930"/>
              <a:buChar char="•"/>
            </a:pPr>
            <a:r>
              <a:t/>
            </a:r>
            <a:endParaRPr b="1" sz="2070"/>
          </a:p>
          <a:p>
            <a:pPr indent="-236855" lvl="2" marL="1143000" rtl="0" algn="l">
              <a:lnSpc>
                <a:spcPct val="140000"/>
              </a:lnSpc>
              <a:spcBef>
                <a:spcPts val="1000"/>
              </a:spcBef>
              <a:spcAft>
                <a:spcPts val="0"/>
              </a:spcAft>
              <a:buSzPts val="1930"/>
              <a:buChar char="•"/>
            </a:pPr>
            <a:r>
              <a:t/>
            </a:r>
            <a:endParaRPr b="1" sz="207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283a0ad4a90_0_35"/>
          <p:cNvSpPr txBox="1"/>
          <p:nvPr>
            <p:ph type="title"/>
          </p:nvPr>
        </p:nvSpPr>
        <p:spPr>
          <a:xfrm>
            <a:off x="3629549" y="645411"/>
            <a:ext cx="7218900" cy="118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Quattrocento Sans"/>
              <a:buNone/>
            </a:pPr>
            <a:r>
              <a:rPr lang="en-US"/>
              <a:t>Data Model contd…</a:t>
            </a:r>
            <a:endParaRPr/>
          </a:p>
        </p:txBody>
      </p:sp>
      <p:sp>
        <p:nvSpPr>
          <p:cNvPr id="133" name="Google Shape;133;g283a0ad4a90_0_35"/>
          <p:cNvSpPr txBox="1"/>
          <p:nvPr>
            <p:ph idx="1" type="body"/>
          </p:nvPr>
        </p:nvSpPr>
        <p:spPr>
          <a:xfrm>
            <a:off x="3190475" y="1828800"/>
            <a:ext cx="8486100" cy="3276600"/>
          </a:xfrm>
          <a:prstGeom prst="rect">
            <a:avLst/>
          </a:prstGeom>
          <a:noFill/>
          <a:ln>
            <a:noFill/>
          </a:ln>
        </p:spPr>
        <p:txBody>
          <a:bodyPr anchorCtr="0" anchor="t" bIns="45700" lIns="91425" spcFirstLastPara="1" rIns="91425" wrap="square" tIns="45700">
            <a:noAutofit/>
          </a:bodyPr>
          <a:lstStyle/>
          <a:p>
            <a:pPr indent="-291719" lvl="1" marL="283464" rtl="0" algn="l">
              <a:lnSpc>
                <a:spcPct val="140000"/>
              </a:lnSpc>
              <a:spcBef>
                <a:spcPts val="1000"/>
              </a:spcBef>
              <a:spcAft>
                <a:spcPts val="0"/>
              </a:spcAft>
              <a:buClr>
                <a:srgbClr val="76330E"/>
              </a:buClr>
              <a:buSzPts val="1930"/>
              <a:buChar char="•"/>
            </a:pPr>
            <a:r>
              <a:rPr b="1" lang="en-US" sz="1929"/>
              <a:t>Data Modeling is the process of creating data models by which data associations and constraints are described and eventually coded to reuse.</a:t>
            </a:r>
            <a:endParaRPr b="1" sz="1929"/>
          </a:p>
          <a:p>
            <a:pPr indent="-291719" lvl="1" marL="283464" rtl="0" algn="l">
              <a:lnSpc>
                <a:spcPct val="140000"/>
              </a:lnSpc>
              <a:spcBef>
                <a:spcPts val="1000"/>
              </a:spcBef>
              <a:spcAft>
                <a:spcPts val="0"/>
              </a:spcAft>
              <a:buSzPts val="1930"/>
              <a:buChar char="•"/>
            </a:pPr>
            <a:r>
              <a:rPr b="1" lang="en-US" sz="1929"/>
              <a:t>It conceptually represents data with diagrams, symbols, or text to visualize the interrelation. </a:t>
            </a:r>
            <a:endParaRPr b="1" sz="1929"/>
          </a:p>
          <a:p>
            <a:pPr indent="-291719" lvl="1" marL="283464" rtl="0" algn="l">
              <a:lnSpc>
                <a:spcPct val="140000"/>
              </a:lnSpc>
              <a:spcBef>
                <a:spcPts val="1000"/>
              </a:spcBef>
              <a:spcAft>
                <a:spcPts val="0"/>
              </a:spcAft>
              <a:buSzPts val="1930"/>
              <a:buChar char="•"/>
            </a:pPr>
            <a:r>
              <a:rPr b="1" lang="en-US" sz="1929"/>
              <a:t>Data Modeling thus helps to increase consistency in naming, rules, semantics, and security.</a:t>
            </a:r>
            <a:endParaRPr b="1" sz="1929"/>
          </a:p>
          <a:p>
            <a:pPr indent="-291719" lvl="1" marL="283464" rtl="0" algn="l">
              <a:lnSpc>
                <a:spcPct val="140000"/>
              </a:lnSpc>
              <a:spcBef>
                <a:spcPts val="1000"/>
              </a:spcBef>
              <a:spcAft>
                <a:spcPts val="0"/>
              </a:spcAft>
              <a:buSzPts val="1930"/>
              <a:buChar char="•"/>
            </a:pPr>
            <a:r>
              <a:rPr b="1" lang="en-US" sz="1929"/>
              <a:t>The emphasis is on the need for availability and organization of data, independent of the manner of its application.</a:t>
            </a:r>
            <a:endParaRPr b="1" sz="1929"/>
          </a:p>
          <a:p>
            <a:pPr indent="0" lvl="0" marL="0" rtl="0" algn="l">
              <a:lnSpc>
                <a:spcPct val="140000"/>
              </a:lnSpc>
              <a:spcBef>
                <a:spcPts val="1000"/>
              </a:spcBef>
              <a:spcAft>
                <a:spcPts val="0"/>
              </a:spcAft>
              <a:buNone/>
            </a:pPr>
            <a:r>
              <a:t/>
            </a:r>
            <a:endParaRPr b="1" sz="1929"/>
          </a:p>
          <a:p>
            <a:pPr indent="-236855" lvl="2" marL="1143000" rtl="0" algn="l">
              <a:lnSpc>
                <a:spcPct val="140000"/>
              </a:lnSpc>
              <a:spcBef>
                <a:spcPts val="1000"/>
              </a:spcBef>
              <a:spcAft>
                <a:spcPts val="0"/>
              </a:spcAft>
              <a:buSzPts val="1930"/>
              <a:buChar char="•"/>
            </a:pPr>
            <a:r>
              <a:t/>
            </a:r>
            <a:endParaRPr b="1" sz="2070"/>
          </a:p>
          <a:p>
            <a:pPr indent="-236855" lvl="2" marL="1143000" rtl="0" algn="l">
              <a:lnSpc>
                <a:spcPct val="140000"/>
              </a:lnSpc>
              <a:spcBef>
                <a:spcPts val="1000"/>
              </a:spcBef>
              <a:spcAft>
                <a:spcPts val="0"/>
              </a:spcAft>
              <a:buSzPts val="1930"/>
              <a:buChar char="•"/>
            </a:pPr>
            <a:r>
              <a:t/>
            </a:r>
            <a:endParaRPr b="1" sz="207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283a0ad4a90_0_44"/>
          <p:cNvSpPr txBox="1"/>
          <p:nvPr>
            <p:ph type="title"/>
          </p:nvPr>
        </p:nvSpPr>
        <p:spPr>
          <a:xfrm>
            <a:off x="3629549" y="645411"/>
            <a:ext cx="7218900" cy="118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Quattrocento Sans"/>
              <a:buNone/>
            </a:pPr>
            <a:r>
              <a:rPr lang="en-US"/>
              <a:t>Data Modeling Process</a:t>
            </a:r>
            <a:endParaRPr/>
          </a:p>
        </p:txBody>
      </p:sp>
      <p:sp>
        <p:nvSpPr>
          <p:cNvPr id="139" name="Google Shape;139;g283a0ad4a90_0_44"/>
          <p:cNvSpPr txBox="1"/>
          <p:nvPr>
            <p:ph idx="1" type="body"/>
          </p:nvPr>
        </p:nvSpPr>
        <p:spPr>
          <a:xfrm>
            <a:off x="3190475" y="1828800"/>
            <a:ext cx="8486100" cy="3276600"/>
          </a:xfrm>
          <a:prstGeom prst="rect">
            <a:avLst/>
          </a:prstGeom>
          <a:noFill/>
          <a:ln>
            <a:noFill/>
          </a:ln>
        </p:spPr>
        <p:txBody>
          <a:bodyPr anchorCtr="0" anchor="t" bIns="45700" lIns="91425" spcFirstLastPara="1" rIns="91425" wrap="square" tIns="45700">
            <a:noAutofit/>
          </a:bodyPr>
          <a:lstStyle/>
          <a:p>
            <a:pPr indent="-291719" lvl="1" marL="283464" rtl="0" algn="l">
              <a:lnSpc>
                <a:spcPct val="140000"/>
              </a:lnSpc>
              <a:spcBef>
                <a:spcPts val="1000"/>
              </a:spcBef>
              <a:spcAft>
                <a:spcPts val="0"/>
              </a:spcAft>
              <a:buClr>
                <a:srgbClr val="76330E"/>
              </a:buClr>
              <a:buSzPts val="1930"/>
              <a:buChar char="•"/>
            </a:pPr>
            <a:r>
              <a:rPr b="1" lang="en-US" sz="1929"/>
              <a:t>It's</a:t>
            </a:r>
            <a:r>
              <a:rPr b="1" lang="en-US" sz="1929"/>
              <a:t> a process of creating a conceptual representation of data objects and their relationships to one another.</a:t>
            </a:r>
            <a:endParaRPr b="1" sz="1929"/>
          </a:p>
          <a:p>
            <a:pPr indent="-291719" lvl="1" marL="283464" rtl="0" algn="l">
              <a:lnSpc>
                <a:spcPct val="140000"/>
              </a:lnSpc>
              <a:spcBef>
                <a:spcPts val="1000"/>
              </a:spcBef>
              <a:spcAft>
                <a:spcPts val="0"/>
              </a:spcAft>
              <a:buSzPts val="1930"/>
              <a:buChar char="•"/>
            </a:pPr>
            <a:r>
              <a:rPr b="1" lang="en-US" sz="1929"/>
              <a:t>Steps : </a:t>
            </a:r>
            <a:endParaRPr b="1" sz="1929"/>
          </a:p>
          <a:p>
            <a:pPr indent="0" lvl="0" marL="457200" rtl="0" algn="l">
              <a:lnSpc>
                <a:spcPct val="140000"/>
              </a:lnSpc>
              <a:spcBef>
                <a:spcPts val="1000"/>
              </a:spcBef>
              <a:spcAft>
                <a:spcPts val="0"/>
              </a:spcAft>
              <a:buNone/>
            </a:pPr>
            <a:r>
              <a:rPr lang="en-US" sz="1929"/>
              <a:t>Requirement Gathering</a:t>
            </a:r>
            <a:endParaRPr sz="1929"/>
          </a:p>
          <a:p>
            <a:pPr indent="0" lvl="0" marL="457200" rtl="0" algn="l">
              <a:lnSpc>
                <a:spcPct val="140000"/>
              </a:lnSpc>
              <a:spcBef>
                <a:spcPts val="1000"/>
              </a:spcBef>
              <a:spcAft>
                <a:spcPts val="0"/>
              </a:spcAft>
              <a:buNone/>
            </a:pPr>
            <a:r>
              <a:rPr lang="en-US" sz="1929"/>
              <a:t>Conceptual Design</a:t>
            </a:r>
            <a:endParaRPr sz="1929"/>
          </a:p>
          <a:p>
            <a:pPr indent="0" lvl="0" marL="457200" rtl="0" algn="l">
              <a:lnSpc>
                <a:spcPct val="140000"/>
              </a:lnSpc>
              <a:spcBef>
                <a:spcPts val="1000"/>
              </a:spcBef>
              <a:spcAft>
                <a:spcPts val="0"/>
              </a:spcAft>
              <a:buNone/>
            </a:pPr>
            <a:r>
              <a:rPr lang="en-US" sz="1929"/>
              <a:t>Logical Design</a:t>
            </a:r>
            <a:endParaRPr sz="1929"/>
          </a:p>
          <a:p>
            <a:pPr indent="0" lvl="0" marL="457200" rtl="0" algn="l">
              <a:lnSpc>
                <a:spcPct val="140000"/>
              </a:lnSpc>
              <a:spcBef>
                <a:spcPts val="1000"/>
              </a:spcBef>
              <a:spcAft>
                <a:spcPts val="0"/>
              </a:spcAft>
              <a:buNone/>
            </a:pPr>
            <a:r>
              <a:rPr lang="en-US" sz="1929"/>
              <a:t>Physical Design</a:t>
            </a:r>
            <a:endParaRPr sz="1929"/>
          </a:p>
          <a:p>
            <a:pPr indent="0" lvl="0" marL="457200" rtl="0" algn="l">
              <a:lnSpc>
                <a:spcPct val="140000"/>
              </a:lnSpc>
              <a:spcBef>
                <a:spcPts val="1000"/>
              </a:spcBef>
              <a:spcAft>
                <a:spcPts val="0"/>
              </a:spcAft>
              <a:buNone/>
            </a:pPr>
            <a:r>
              <a:rPr lang="en-US" sz="1929"/>
              <a:t>Implementation</a:t>
            </a:r>
            <a:endParaRPr sz="1929"/>
          </a:p>
          <a:p>
            <a:pPr indent="0" lvl="0" marL="0" rtl="0" algn="l">
              <a:lnSpc>
                <a:spcPct val="140000"/>
              </a:lnSpc>
              <a:spcBef>
                <a:spcPts val="1000"/>
              </a:spcBef>
              <a:spcAft>
                <a:spcPts val="0"/>
              </a:spcAft>
              <a:buNone/>
            </a:pPr>
            <a:r>
              <a:t/>
            </a:r>
            <a:endParaRPr b="1" sz="1929"/>
          </a:p>
          <a:p>
            <a:pPr indent="-236855" lvl="2" marL="1143000" rtl="0" algn="l">
              <a:lnSpc>
                <a:spcPct val="140000"/>
              </a:lnSpc>
              <a:spcBef>
                <a:spcPts val="1000"/>
              </a:spcBef>
              <a:spcAft>
                <a:spcPts val="0"/>
              </a:spcAft>
              <a:buSzPts val="1930"/>
              <a:buChar char="•"/>
            </a:pPr>
            <a:r>
              <a:t/>
            </a:r>
            <a:endParaRPr b="1" sz="2070"/>
          </a:p>
          <a:p>
            <a:pPr indent="-236855" lvl="2" marL="1143000" rtl="0" algn="l">
              <a:lnSpc>
                <a:spcPct val="140000"/>
              </a:lnSpc>
              <a:spcBef>
                <a:spcPts val="1000"/>
              </a:spcBef>
              <a:spcAft>
                <a:spcPts val="0"/>
              </a:spcAft>
              <a:buSzPts val="1930"/>
              <a:buChar char="•"/>
            </a:pPr>
            <a:r>
              <a:t/>
            </a:r>
            <a:endParaRPr b="1" sz="207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283a0ad4a90_0_50"/>
          <p:cNvSpPr txBox="1"/>
          <p:nvPr>
            <p:ph type="title"/>
          </p:nvPr>
        </p:nvSpPr>
        <p:spPr>
          <a:xfrm>
            <a:off x="3629549" y="645411"/>
            <a:ext cx="7218900" cy="118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Quattrocento Sans"/>
              <a:buNone/>
            </a:pPr>
            <a:r>
              <a:rPr lang="en-US"/>
              <a:t>Levels:</a:t>
            </a:r>
            <a:endParaRPr/>
          </a:p>
        </p:txBody>
      </p:sp>
      <p:sp>
        <p:nvSpPr>
          <p:cNvPr id="145" name="Google Shape;145;g283a0ad4a90_0_50"/>
          <p:cNvSpPr txBox="1"/>
          <p:nvPr>
            <p:ph idx="1" type="body"/>
          </p:nvPr>
        </p:nvSpPr>
        <p:spPr>
          <a:xfrm>
            <a:off x="3190475" y="1828800"/>
            <a:ext cx="8486100" cy="3276600"/>
          </a:xfrm>
          <a:prstGeom prst="rect">
            <a:avLst/>
          </a:prstGeom>
          <a:noFill/>
          <a:ln>
            <a:noFill/>
          </a:ln>
        </p:spPr>
        <p:txBody>
          <a:bodyPr anchorCtr="0" anchor="t" bIns="45700" lIns="91425" spcFirstLastPara="1" rIns="91425" wrap="square" tIns="45700">
            <a:noAutofit/>
          </a:bodyPr>
          <a:lstStyle/>
          <a:p>
            <a:pPr indent="-291719" lvl="1" marL="283464" rtl="0" algn="l">
              <a:lnSpc>
                <a:spcPct val="140000"/>
              </a:lnSpc>
              <a:spcBef>
                <a:spcPts val="1000"/>
              </a:spcBef>
              <a:spcAft>
                <a:spcPts val="0"/>
              </a:spcAft>
              <a:buClr>
                <a:srgbClr val="76330E"/>
              </a:buClr>
              <a:buSzPts val="1930"/>
              <a:buChar char="•"/>
            </a:pPr>
            <a:r>
              <a:rPr b="1" lang="en-US" sz="1929"/>
              <a:t>Conceptual Level : defining the high-level entities and relationships in the data model, often using diagrams or other visual representations.</a:t>
            </a:r>
            <a:endParaRPr b="1" sz="1929"/>
          </a:p>
          <a:p>
            <a:pPr indent="-291719" lvl="1" marL="283464" rtl="0" algn="l">
              <a:lnSpc>
                <a:spcPct val="140000"/>
              </a:lnSpc>
              <a:spcBef>
                <a:spcPts val="1000"/>
              </a:spcBef>
              <a:spcAft>
                <a:spcPts val="0"/>
              </a:spcAft>
              <a:buSzPts val="1930"/>
              <a:buChar char="•"/>
            </a:pPr>
            <a:r>
              <a:rPr b="1" lang="en-US" sz="1929"/>
              <a:t>Logical Level : defining the relationships and constraints between the data objects in more detail, often using data modeling languages such as SQL or ER diagrams.</a:t>
            </a:r>
            <a:endParaRPr b="1" sz="1929"/>
          </a:p>
          <a:p>
            <a:pPr indent="-291719" lvl="1" marL="283464" rtl="0" algn="l">
              <a:lnSpc>
                <a:spcPct val="140000"/>
              </a:lnSpc>
              <a:spcBef>
                <a:spcPts val="1000"/>
              </a:spcBef>
              <a:spcAft>
                <a:spcPts val="0"/>
              </a:spcAft>
              <a:buSzPts val="1930"/>
              <a:buChar char="•"/>
            </a:pPr>
            <a:r>
              <a:rPr b="1" lang="en-US" sz="1929"/>
              <a:t>Physical Level : defining the specific details of how the data will be stored, including data types, indexes, and other technical details.</a:t>
            </a:r>
            <a:endParaRPr b="1" sz="1929"/>
          </a:p>
          <a:p>
            <a:pPr indent="0" lvl="0" marL="0" rtl="0" algn="l">
              <a:lnSpc>
                <a:spcPct val="140000"/>
              </a:lnSpc>
              <a:spcBef>
                <a:spcPts val="1000"/>
              </a:spcBef>
              <a:spcAft>
                <a:spcPts val="0"/>
              </a:spcAft>
              <a:buNone/>
            </a:pPr>
            <a:r>
              <a:t/>
            </a:r>
            <a:endParaRPr b="1" sz="1929"/>
          </a:p>
          <a:p>
            <a:pPr indent="-236855" lvl="2" marL="1143000" rtl="0" algn="l">
              <a:lnSpc>
                <a:spcPct val="140000"/>
              </a:lnSpc>
              <a:spcBef>
                <a:spcPts val="1000"/>
              </a:spcBef>
              <a:spcAft>
                <a:spcPts val="0"/>
              </a:spcAft>
              <a:buSzPts val="1930"/>
              <a:buChar char="•"/>
            </a:pPr>
            <a:r>
              <a:t/>
            </a:r>
            <a:endParaRPr b="1" sz="2070"/>
          </a:p>
          <a:p>
            <a:pPr indent="-236855" lvl="2" marL="1143000" rtl="0" algn="l">
              <a:lnSpc>
                <a:spcPct val="140000"/>
              </a:lnSpc>
              <a:spcBef>
                <a:spcPts val="1000"/>
              </a:spcBef>
              <a:spcAft>
                <a:spcPts val="0"/>
              </a:spcAft>
              <a:buSzPts val="1930"/>
              <a:buChar char="•"/>
            </a:pPr>
            <a:r>
              <a:t/>
            </a:r>
            <a:endParaRPr b="1" sz="207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4"/>
          <p:cNvSpPr txBox="1"/>
          <p:nvPr>
            <p:ph type="title"/>
          </p:nvPr>
        </p:nvSpPr>
        <p:spPr>
          <a:xfrm>
            <a:off x="213025" y="715950"/>
            <a:ext cx="5883000" cy="1189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Quattrocento Sans"/>
              <a:buNone/>
            </a:pPr>
            <a:r>
              <a:rPr lang="en-US"/>
              <a:t>Conceptual Data Model</a:t>
            </a:r>
            <a:endParaRPr/>
          </a:p>
        </p:txBody>
      </p:sp>
      <p:sp>
        <p:nvSpPr>
          <p:cNvPr id="151" name="Google Shape;151;p4"/>
          <p:cNvSpPr txBox="1"/>
          <p:nvPr>
            <p:ph idx="1" type="body"/>
          </p:nvPr>
        </p:nvSpPr>
        <p:spPr>
          <a:xfrm>
            <a:off x="487525" y="1905150"/>
            <a:ext cx="5334000" cy="3276600"/>
          </a:xfrm>
          <a:prstGeom prst="rect">
            <a:avLst/>
          </a:prstGeom>
          <a:noFill/>
          <a:ln>
            <a:noFill/>
          </a:ln>
        </p:spPr>
        <p:txBody>
          <a:bodyPr anchorCtr="0" anchor="t" bIns="45700" lIns="91425" spcFirstLastPara="1" rIns="91425" wrap="square" tIns="45700">
            <a:noAutofit/>
          </a:bodyPr>
          <a:lstStyle/>
          <a:p>
            <a:pPr indent="-289814" lvl="1" marL="283464" rtl="0" algn="l">
              <a:lnSpc>
                <a:spcPct val="150000"/>
              </a:lnSpc>
              <a:spcBef>
                <a:spcPts val="0"/>
              </a:spcBef>
              <a:spcAft>
                <a:spcPts val="0"/>
              </a:spcAft>
              <a:buClr>
                <a:srgbClr val="40857E"/>
              </a:buClr>
              <a:buSzPts val="1900"/>
              <a:buChar char="•"/>
            </a:pPr>
            <a:r>
              <a:rPr b="1" lang="en-US" sz="1900"/>
              <a:t>Offers big picture of what system contains, how it is organized, and which rules are involved.</a:t>
            </a:r>
            <a:endParaRPr b="1" sz="1900"/>
          </a:p>
          <a:p>
            <a:pPr indent="-289814" lvl="1" marL="283464" rtl="0" algn="l">
              <a:lnSpc>
                <a:spcPct val="150000"/>
              </a:lnSpc>
              <a:spcBef>
                <a:spcPts val="0"/>
              </a:spcBef>
              <a:spcAft>
                <a:spcPts val="0"/>
              </a:spcAft>
              <a:buClr>
                <a:srgbClr val="40857E"/>
              </a:buClr>
              <a:buSzPts val="1900"/>
              <a:buChar char="•"/>
            </a:pPr>
            <a:r>
              <a:rPr b="1" lang="en-US" sz="1900"/>
              <a:t>T</a:t>
            </a:r>
            <a:r>
              <a:rPr b="1" lang="en-US" sz="1900"/>
              <a:t>hey include entity classes (defining the types of things that are important for the business to represent in the data model), their characteristics and constraints, the relationships between them and relevant security and data integrity requirements.</a:t>
            </a:r>
            <a:r>
              <a:rPr b="1" lang="en-US" sz="1900"/>
              <a:t> </a:t>
            </a:r>
            <a:endParaRPr b="1" sz="1900"/>
          </a:p>
        </p:txBody>
      </p:sp>
      <p:pic>
        <p:nvPicPr>
          <p:cNvPr id="152" name="Google Shape;152;p4"/>
          <p:cNvPicPr preferRelativeResize="0"/>
          <p:nvPr/>
        </p:nvPicPr>
        <p:blipFill>
          <a:blip r:embed="rId3">
            <a:alphaModFix/>
          </a:blip>
          <a:stretch>
            <a:fillRect/>
          </a:stretch>
        </p:blipFill>
        <p:spPr>
          <a:xfrm>
            <a:off x="5931600" y="1408450"/>
            <a:ext cx="6065675" cy="36753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283a0ad4a90_0_71"/>
          <p:cNvSpPr txBox="1"/>
          <p:nvPr>
            <p:ph type="title"/>
          </p:nvPr>
        </p:nvSpPr>
        <p:spPr>
          <a:xfrm>
            <a:off x="213025" y="715950"/>
            <a:ext cx="5883000" cy="1189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Quattrocento Sans"/>
              <a:buNone/>
            </a:pPr>
            <a:r>
              <a:rPr lang="en-US"/>
              <a:t>Logical</a:t>
            </a:r>
            <a:r>
              <a:rPr lang="en-US"/>
              <a:t> Data Model</a:t>
            </a:r>
            <a:endParaRPr/>
          </a:p>
        </p:txBody>
      </p:sp>
      <p:sp>
        <p:nvSpPr>
          <p:cNvPr id="158" name="Google Shape;158;g283a0ad4a90_0_71"/>
          <p:cNvSpPr txBox="1"/>
          <p:nvPr>
            <p:ph idx="1" type="body"/>
          </p:nvPr>
        </p:nvSpPr>
        <p:spPr>
          <a:xfrm>
            <a:off x="487525" y="1905150"/>
            <a:ext cx="5334000" cy="3276600"/>
          </a:xfrm>
          <a:prstGeom prst="rect">
            <a:avLst/>
          </a:prstGeom>
          <a:noFill/>
          <a:ln>
            <a:noFill/>
          </a:ln>
        </p:spPr>
        <p:txBody>
          <a:bodyPr anchorCtr="0" anchor="t" bIns="45700" lIns="91425" spcFirstLastPara="1" rIns="91425" wrap="square" tIns="45700">
            <a:noAutofit/>
          </a:bodyPr>
          <a:lstStyle/>
          <a:p>
            <a:pPr indent="-289814" lvl="1" marL="283464" rtl="0" algn="l">
              <a:lnSpc>
                <a:spcPct val="150000"/>
              </a:lnSpc>
              <a:spcBef>
                <a:spcPts val="0"/>
              </a:spcBef>
              <a:spcAft>
                <a:spcPts val="0"/>
              </a:spcAft>
              <a:buClr>
                <a:srgbClr val="40857E"/>
              </a:buClr>
              <a:buSzPts val="1900"/>
              <a:buChar char="•"/>
            </a:pPr>
            <a:r>
              <a:rPr b="1" lang="en-US" sz="1900"/>
              <a:t> Less abstract and provide greater detail about the concepts and relationships in the domain under consideration.</a:t>
            </a:r>
            <a:endParaRPr b="1" sz="1900"/>
          </a:p>
          <a:p>
            <a:pPr indent="-289814" lvl="1" marL="283464" rtl="0" algn="l">
              <a:lnSpc>
                <a:spcPct val="150000"/>
              </a:lnSpc>
              <a:spcBef>
                <a:spcPts val="0"/>
              </a:spcBef>
              <a:spcAft>
                <a:spcPts val="0"/>
              </a:spcAft>
              <a:buSzPts val="1900"/>
              <a:buChar char="•"/>
            </a:pPr>
            <a:r>
              <a:rPr b="1" lang="en-US" sz="1900"/>
              <a:t>Logical data models don’t specify any technical system requirements. </a:t>
            </a:r>
            <a:endParaRPr b="1" sz="1900"/>
          </a:p>
        </p:txBody>
      </p:sp>
      <p:pic>
        <p:nvPicPr>
          <p:cNvPr id="159" name="Google Shape;159;g283a0ad4a90_0_71"/>
          <p:cNvPicPr preferRelativeResize="0"/>
          <p:nvPr/>
        </p:nvPicPr>
        <p:blipFill>
          <a:blip r:embed="rId3">
            <a:alphaModFix/>
          </a:blip>
          <a:stretch>
            <a:fillRect/>
          </a:stretch>
        </p:blipFill>
        <p:spPr>
          <a:xfrm>
            <a:off x="5973925" y="1450775"/>
            <a:ext cx="6065675" cy="367754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283a0ad4a90_0_80"/>
          <p:cNvSpPr txBox="1"/>
          <p:nvPr>
            <p:ph type="title"/>
          </p:nvPr>
        </p:nvSpPr>
        <p:spPr>
          <a:xfrm>
            <a:off x="213025" y="715950"/>
            <a:ext cx="5883000" cy="1189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Quattrocento Sans"/>
              <a:buNone/>
            </a:pPr>
            <a:r>
              <a:rPr lang="en-US"/>
              <a:t>Physical</a:t>
            </a:r>
            <a:r>
              <a:rPr lang="en-US"/>
              <a:t> Data Model</a:t>
            </a:r>
            <a:endParaRPr/>
          </a:p>
        </p:txBody>
      </p:sp>
      <p:sp>
        <p:nvSpPr>
          <p:cNvPr id="165" name="Google Shape;165;g283a0ad4a90_0_80"/>
          <p:cNvSpPr txBox="1"/>
          <p:nvPr>
            <p:ph idx="1" type="body"/>
          </p:nvPr>
        </p:nvSpPr>
        <p:spPr>
          <a:xfrm>
            <a:off x="487525" y="1905150"/>
            <a:ext cx="5334000" cy="3276600"/>
          </a:xfrm>
          <a:prstGeom prst="rect">
            <a:avLst/>
          </a:prstGeom>
          <a:noFill/>
          <a:ln>
            <a:noFill/>
          </a:ln>
        </p:spPr>
        <p:txBody>
          <a:bodyPr anchorCtr="0" anchor="t" bIns="45700" lIns="91425" spcFirstLastPara="1" rIns="91425" wrap="square" tIns="45700">
            <a:noAutofit/>
          </a:bodyPr>
          <a:lstStyle/>
          <a:p>
            <a:pPr indent="-289814" lvl="1" marL="283464" rtl="0" algn="l">
              <a:lnSpc>
                <a:spcPct val="150000"/>
              </a:lnSpc>
              <a:spcBef>
                <a:spcPts val="0"/>
              </a:spcBef>
              <a:spcAft>
                <a:spcPts val="0"/>
              </a:spcAft>
              <a:buClr>
                <a:srgbClr val="40857E"/>
              </a:buClr>
              <a:buSzPts val="1900"/>
              <a:buChar char="•"/>
            </a:pPr>
            <a:r>
              <a:rPr b="1" lang="en-US" sz="1900"/>
              <a:t> Provide a schema for how the data will be physically stored within a database.</a:t>
            </a:r>
            <a:endParaRPr b="1" sz="1900"/>
          </a:p>
          <a:p>
            <a:pPr indent="-289814" lvl="1" marL="283464" rtl="0" algn="l">
              <a:lnSpc>
                <a:spcPct val="150000"/>
              </a:lnSpc>
              <a:spcBef>
                <a:spcPts val="0"/>
              </a:spcBef>
              <a:spcAft>
                <a:spcPts val="0"/>
              </a:spcAft>
              <a:buSzPts val="1900"/>
              <a:buChar char="•"/>
            </a:pPr>
            <a:r>
              <a:rPr b="1" lang="en-US" sz="1900"/>
              <a:t>Finalized design that can be implemented as a relational database.</a:t>
            </a:r>
            <a:endParaRPr b="1" sz="1900"/>
          </a:p>
        </p:txBody>
      </p:sp>
      <p:pic>
        <p:nvPicPr>
          <p:cNvPr id="166" name="Google Shape;166;g283a0ad4a90_0_80"/>
          <p:cNvPicPr preferRelativeResize="0"/>
          <p:nvPr/>
        </p:nvPicPr>
        <p:blipFill>
          <a:blip r:embed="rId3">
            <a:alphaModFix/>
          </a:blip>
          <a:stretch>
            <a:fillRect/>
          </a:stretch>
        </p:blipFill>
        <p:spPr>
          <a:xfrm>
            <a:off x="5973925" y="2057550"/>
            <a:ext cx="6065675" cy="345502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g283a0ad4a90_0_89"/>
          <p:cNvSpPr txBox="1"/>
          <p:nvPr>
            <p:ph type="title"/>
          </p:nvPr>
        </p:nvSpPr>
        <p:spPr>
          <a:xfrm>
            <a:off x="3629549" y="645411"/>
            <a:ext cx="7218900" cy="118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Quattrocento Sans"/>
              <a:buNone/>
            </a:pPr>
            <a:r>
              <a:rPr lang="en-US"/>
              <a:t>Benefits</a:t>
            </a:r>
            <a:r>
              <a:rPr lang="en-US"/>
              <a:t> of Data Modeling</a:t>
            </a:r>
            <a:endParaRPr/>
          </a:p>
        </p:txBody>
      </p:sp>
      <p:sp>
        <p:nvSpPr>
          <p:cNvPr id="172" name="Google Shape;172;g283a0ad4a90_0_89"/>
          <p:cNvSpPr txBox="1"/>
          <p:nvPr>
            <p:ph idx="1" type="body"/>
          </p:nvPr>
        </p:nvSpPr>
        <p:spPr>
          <a:xfrm>
            <a:off x="3190475" y="1828800"/>
            <a:ext cx="8486100" cy="3276600"/>
          </a:xfrm>
          <a:prstGeom prst="rect">
            <a:avLst/>
          </a:prstGeom>
          <a:noFill/>
          <a:ln>
            <a:noFill/>
          </a:ln>
        </p:spPr>
        <p:txBody>
          <a:bodyPr anchorCtr="0" anchor="t" bIns="45700" lIns="91425" spcFirstLastPara="1" rIns="91425" wrap="square" tIns="45700">
            <a:noAutofit/>
          </a:bodyPr>
          <a:lstStyle/>
          <a:p>
            <a:pPr indent="-291719" lvl="1" marL="283464" rtl="0" algn="l">
              <a:lnSpc>
                <a:spcPct val="140000"/>
              </a:lnSpc>
              <a:spcBef>
                <a:spcPts val="1000"/>
              </a:spcBef>
              <a:spcAft>
                <a:spcPts val="0"/>
              </a:spcAft>
              <a:buClr>
                <a:srgbClr val="76330E"/>
              </a:buClr>
              <a:buSzPts val="1930"/>
              <a:buChar char="•"/>
            </a:pPr>
            <a:r>
              <a:rPr b="1" lang="en-US" sz="1929"/>
              <a:t>Reduce errors in software and database development.</a:t>
            </a:r>
            <a:endParaRPr b="1" sz="1929"/>
          </a:p>
          <a:p>
            <a:pPr indent="-291719" lvl="1" marL="283464" rtl="0" algn="l">
              <a:lnSpc>
                <a:spcPct val="140000"/>
              </a:lnSpc>
              <a:spcBef>
                <a:spcPts val="1000"/>
              </a:spcBef>
              <a:spcAft>
                <a:spcPts val="0"/>
              </a:spcAft>
              <a:buSzPts val="1930"/>
              <a:buChar char="•"/>
            </a:pPr>
            <a:r>
              <a:rPr b="1" lang="en-US" sz="1929"/>
              <a:t>Increase consistency in documentation and system design across the enterprise.</a:t>
            </a:r>
            <a:endParaRPr b="1" sz="1929"/>
          </a:p>
          <a:p>
            <a:pPr indent="-291719" lvl="1" marL="283464" rtl="0" algn="l">
              <a:lnSpc>
                <a:spcPct val="140000"/>
              </a:lnSpc>
              <a:spcBef>
                <a:spcPts val="1000"/>
              </a:spcBef>
              <a:spcAft>
                <a:spcPts val="0"/>
              </a:spcAft>
              <a:buSzPts val="1930"/>
              <a:buChar char="•"/>
            </a:pPr>
            <a:r>
              <a:rPr b="1" lang="en-US" sz="1929"/>
              <a:t>Improve application and database performance.</a:t>
            </a:r>
            <a:endParaRPr b="1" sz="1929"/>
          </a:p>
          <a:p>
            <a:pPr indent="-291719" lvl="1" marL="283464" rtl="0" algn="l">
              <a:lnSpc>
                <a:spcPct val="140000"/>
              </a:lnSpc>
              <a:spcBef>
                <a:spcPts val="1000"/>
              </a:spcBef>
              <a:spcAft>
                <a:spcPts val="0"/>
              </a:spcAft>
              <a:buSzPts val="1930"/>
              <a:buChar char="•"/>
            </a:pPr>
            <a:r>
              <a:rPr b="1" lang="en-US" sz="1929"/>
              <a:t>Ease data mapping throughout the organization.</a:t>
            </a:r>
            <a:endParaRPr b="1" sz="1929"/>
          </a:p>
          <a:p>
            <a:pPr indent="-291719" lvl="1" marL="283464" rtl="0" algn="l">
              <a:lnSpc>
                <a:spcPct val="140000"/>
              </a:lnSpc>
              <a:spcBef>
                <a:spcPts val="1000"/>
              </a:spcBef>
              <a:spcAft>
                <a:spcPts val="0"/>
              </a:spcAft>
              <a:buSzPts val="1930"/>
              <a:buChar char="•"/>
            </a:pPr>
            <a:r>
              <a:rPr b="1" lang="en-US" sz="1929"/>
              <a:t>Ease and speed the process of database design at the conceptual, logical and physical levels.</a:t>
            </a:r>
            <a:endParaRPr b="1" sz="1929"/>
          </a:p>
          <a:p>
            <a:pPr indent="-236855" lvl="2" marL="1143000" rtl="0" algn="l">
              <a:lnSpc>
                <a:spcPct val="140000"/>
              </a:lnSpc>
              <a:spcBef>
                <a:spcPts val="0"/>
              </a:spcBef>
              <a:spcAft>
                <a:spcPts val="0"/>
              </a:spcAft>
              <a:buSzPts val="1930"/>
              <a:buChar char="•"/>
            </a:pPr>
            <a:r>
              <a:t/>
            </a:r>
            <a:endParaRPr b="1" sz="2070"/>
          </a:p>
          <a:p>
            <a:pPr indent="-236855" lvl="2" marL="1143000" rtl="0" algn="l">
              <a:lnSpc>
                <a:spcPct val="140000"/>
              </a:lnSpc>
              <a:spcBef>
                <a:spcPts val="1000"/>
              </a:spcBef>
              <a:spcAft>
                <a:spcPts val="0"/>
              </a:spcAft>
              <a:buSzPts val="1930"/>
              <a:buChar char="•"/>
            </a:pPr>
            <a:r>
              <a:t/>
            </a:r>
            <a:endParaRPr b="1" sz="207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283a0ad4a90_0_99"/>
          <p:cNvSpPr txBox="1"/>
          <p:nvPr>
            <p:ph type="title"/>
          </p:nvPr>
        </p:nvSpPr>
        <p:spPr>
          <a:xfrm>
            <a:off x="3629549" y="35811"/>
            <a:ext cx="7218900" cy="118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Quattrocento Sans"/>
              <a:buNone/>
            </a:pPr>
            <a:r>
              <a:rPr lang="en-US"/>
              <a:t>ER(Entity Relationship) Diagram </a:t>
            </a:r>
            <a:endParaRPr/>
          </a:p>
        </p:txBody>
      </p:sp>
      <p:sp>
        <p:nvSpPr>
          <p:cNvPr id="178" name="Google Shape;178;g283a0ad4a90_0_99"/>
          <p:cNvSpPr txBox="1"/>
          <p:nvPr>
            <p:ph idx="1" type="body"/>
          </p:nvPr>
        </p:nvSpPr>
        <p:spPr>
          <a:xfrm>
            <a:off x="3190475" y="914400"/>
            <a:ext cx="8486100" cy="629400"/>
          </a:xfrm>
          <a:prstGeom prst="rect">
            <a:avLst/>
          </a:prstGeom>
          <a:noFill/>
          <a:ln>
            <a:noFill/>
          </a:ln>
        </p:spPr>
        <p:txBody>
          <a:bodyPr anchorCtr="0" anchor="t" bIns="45700" lIns="91425" spcFirstLastPara="1" rIns="91425" wrap="square" tIns="45700">
            <a:noAutofit/>
          </a:bodyPr>
          <a:lstStyle/>
          <a:p>
            <a:pPr indent="-291719" lvl="1" marL="283464" rtl="0" algn="l">
              <a:lnSpc>
                <a:spcPct val="140000"/>
              </a:lnSpc>
              <a:spcBef>
                <a:spcPts val="1000"/>
              </a:spcBef>
              <a:spcAft>
                <a:spcPts val="0"/>
              </a:spcAft>
              <a:buClr>
                <a:srgbClr val="76330E"/>
              </a:buClr>
              <a:buSzPts val="1930"/>
              <a:buChar char="•"/>
            </a:pPr>
            <a:r>
              <a:rPr b="1" lang="en-US" sz="1929"/>
              <a:t>ER Diagram plays an important in designing the DB.</a:t>
            </a:r>
            <a:endParaRPr b="1" sz="1929"/>
          </a:p>
          <a:p>
            <a:pPr indent="-236855" lvl="2" marL="1143000" rtl="0" algn="l">
              <a:lnSpc>
                <a:spcPct val="140000"/>
              </a:lnSpc>
              <a:spcBef>
                <a:spcPts val="0"/>
              </a:spcBef>
              <a:spcAft>
                <a:spcPts val="0"/>
              </a:spcAft>
              <a:buSzPts val="1930"/>
              <a:buChar char="•"/>
            </a:pPr>
            <a:r>
              <a:t/>
            </a:r>
            <a:endParaRPr b="1" sz="2070"/>
          </a:p>
          <a:p>
            <a:pPr indent="-236855" lvl="2" marL="1143000" rtl="0" algn="l">
              <a:lnSpc>
                <a:spcPct val="140000"/>
              </a:lnSpc>
              <a:spcBef>
                <a:spcPts val="1000"/>
              </a:spcBef>
              <a:spcAft>
                <a:spcPts val="0"/>
              </a:spcAft>
              <a:buSzPts val="1930"/>
              <a:buChar char="•"/>
            </a:pPr>
            <a:r>
              <a:t/>
            </a:r>
            <a:endParaRPr b="1" sz="2070"/>
          </a:p>
        </p:txBody>
      </p:sp>
      <p:pic>
        <p:nvPicPr>
          <p:cNvPr id="179" name="Google Shape;179;g283a0ad4a90_0_99"/>
          <p:cNvPicPr preferRelativeResize="0"/>
          <p:nvPr/>
        </p:nvPicPr>
        <p:blipFill>
          <a:blip r:embed="rId3">
            <a:alphaModFix/>
          </a:blip>
          <a:stretch>
            <a:fillRect/>
          </a:stretch>
        </p:blipFill>
        <p:spPr>
          <a:xfrm>
            <a:off x="3049325" y="1337700"/>
            <a:ext cx="7396800" cy="1541000"/>
          </a:xfrm>
          <a:prstGeom prst="rect">
            <a:avLst/>
          </a:prstGeom>
          <a:noFill/>
          <a:ln>
            <a:noFill/>
          </a:ln>
        </p:spPr>
      </p:pic>
      <p:pic>
        <p:nvPicPr>
          <p:cNvPr id="180" name="Google Shape;180;g283a0ad4a90_0_99"/>
          <p:cNvPicPr preferRelativeResize="0"/>
          <p:nvPr/>
        </p:nvPicPr>
        <p:blipFill>
          <a:blip r:embed="rId4">
            <a:alphaModFix/>
          </a:blip>
          <a:stretch>
            <a:fillRect/>
          </a:stretch>
        </p:blipFill>
        <p:spPr>
          <a:xfrm>
            <a:off x="3009588" y="3414925"/>
            <a:ext cx="5883235" cy="1188900"/>
          </a:xfrm>
          <a:prstGeom prst="rect">
            <a:avLst/>
          </a:prstGeom>
          <a:noFill/>
          <a:ln>
            <a:noFill/>
          </a:ln>
        </p:spPr>
      </p:pic>
      <p:pic>
        <p:nvPicPr>
          <p:cNvPr id="181" name="Google Shape;181;g283a0ad4a90_0_99"/>
          <p:cNvPicPr preferRelativeResize="0"/>
          <p:nvPr/>
        </p:nvPicPr>
        <p:blipFill>
          <a:blip r:embed="rId5">
            <a:alphaModFix/>
          </a:blip>
          <a:stretch>
            <a:fillRect/>
          </a:stretch>
        </p:blipFill>
        <p:spPr>
          <a:xfrm>
            <a:off x="2939852" y="5061025"/>
            <a:ext cx="4377274" cy="1272149"/>
          </a:xfrm>
          <a:prstGeom prst="rect">
            <a:avLst/>
          </a:prstGeom>
          <a:noFill/>
          <a:ln>
            <a:noFill/>
          </a:ln>
        </p:spPr>
      </p:pic>
      <p:pic>
        <p:nvPicPr>
          <p:cNvPr id="182" name="Google Shape;182;g283a0ad4a90_0_99"/>
          <p:cNvPicPr preferRelativeResize="0"/>
          <p:nvPr/>
        </p:nvPicPr>
        <p:blipFill>
          <a:blip r:embed="rId6">
            <a:alphaModFix/>
          </a:blip>
          <a:stretch>
            <a:fillRect/>
          </a:stretch>
        </p:blipFill>
        <p:spPr>
          <a:xfrm>
            <a:off x="9337092" y="4812675"/>
            <a:ext cx="1891232" cy="1272149"/>
          </a:xfrm>
          <a:prstGeom prst="rect">
            <a:avLst/>
          </a:prstGeom>
          <a:noFill/>
          <a:ln>
            <a:noFill/>
          </a:ln>
        </p:spPr>
      </p:pic>
      <p:sp>
        <p:nvSpPr>
          <p:cNvPr id="183" name="Google Shape;183;g283a0ad4a90_0_99"/>
          <p:cNvSpPr txBox="1"/>
          <p:nvPr/>
        </p:nvSpPr>
        <p:spPr>
          <a:xfrm>
            <a:off x="3232800" y="2774350"/>
            <a:ext cx="7055700" cy="42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900">
                <a:latin typeface="Quattrocento Sans"/>
                <a:ea typeface="Quattrocento Sans"/>
                <a:cs typeface="Quattrocento Sans"/>
                <a:sym typeface="Quattrocento Sans"/>
              </a:rPr>
              <a:t>Two Related Entities</a:t>
            </a:r>
            <a:endParaRPr b="1" sz="1900">
              <a:latin typeface="Quattrocento Sans"/>
              <a:ea typeface="Quattrocento Sans"/>
              <a:cs typeface="Quattrocento Sans"/>
              <a:sym typeface="Quattrocento Sans"/>
            </a:endParaRPr>
          </a:p>
        </p:txBody>
      </p:sp>
      <p:sp>
        <p:nvSpPr>
          <p:cNvPr id="184" name="Google Shape;184;g283a0ad4a90_0_99"/>
          <p:cNvSpPr txBox="1"/>
          <p:nvPr/>
        </p:nvSpPr>
        <p:spPr>
          <a:xfrm>
            <a:off x="3009600" y="4620775"/>
            <a:ext cx="6008700" cy="42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900">
                <a:latin typeface="Quattrocento Sans"/>
                <a:ea typeface="Quattrocento Sans"/>
                <a:cs typeface="Quattrocento Sans"/>
                <a:sym typeface="Quattrocento Sans"/>
              </a:rPr>
              <a:t>Attribute of an entity</a:t>
            </a:r>
            <a:endParaRPr b="1" sz="1900">
              <a:latin typeface="Quattrocento Sans"/>
              <a:ea typeface="Quattrocento Sans"/>
              <a:cs typeface="Quattrocento Sans"/>
              <a:sym typeface="Quattrocento Sans"/>
            </a:endParaRPr>
          </a:p>
        </p:txBody>
      </p:sp>
      <p:sp>
        <p:nvSpPr>
          <p:cNvPr id="185" name="Google Shape;185;g283a0ad4a90_0_99"/>
          <p:cNvSpPr txBox="1"/>
          <p:nvPr/>
        </p:nvSpPr>
        <p:spPr>
          <a:xfrm>
            <a:off x="2946872" y="6178625"/>
            <a:ext cx="4533300" cy="42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900">
                <a:latin typeface="Quattrocento Sans"/>
                <a:ea typeface="Quattrocento Sans"/>
                <a:cs typeface="Quattrocento Sans"/>
                <a:sym typeface="Quattrocento Sans"/>
              </a:rPr>
              <a:t>Attribute of a relationship</a:t>
            </a:r>
            <a:endParaRPr b="1" sz="1900">
              <a:latin typeface="Quattrocento Sans"/>
              <a:ea typeface="Quattrocento Sans"/>
              <a:cs typeface="Quattrocento Sans"/>
              <a:sym typeface="Quattrocento Sans"/>
            </a:endParaRPr>
          </a:p>
        </p:txBody>
      </p:sp>
      <p:sp>
        <p:nvSpPr>
          <p:cNvPr id="186" name="Google Shape;186;g283a0ad4a90_0_99"/>
          <p:cNvSpPr txBox="1"/>
          <p:nvPr/>
        </p:nvSpPr>
        <p:spPr>
          <a:xfrm>
            <a:off x="8738974" y="6237225"/>
            <a:ext cx="3349800" cy="42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900">
                <a:latin typeface="Quattrocento Sans"/>
                <a:ea typeface="Quattrocento Sans"/>
                <a:cs typeface="Quattrocento Sans"/>
                <a:sym typeface="Quattrocento Sans"/>
              </a:rPr>
              <a:t>Primary Key</a:t>
            </a:r>
            <a:endParaRPr b="1" sz="1900">
              <a:latin typeface="Quattrocento Sans"/>
              <a:ea typeface="Quattrocento Sans"/>
              <a:cs typeface="Quattrocento Sans"/>
              <a:sym typeface="Quattrocento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id="191" name="Google Shape;191;g283a0ad4a90_0_63"/>
          <p:cNvPicPr preferRelativeResize="0"/>
          <p:nvPr/>
        </p:nvPicPr>
        <p:blipFill>
          <a:blip r:embed="rId3">
            <a:alphaModFix/>
          </a:blip>
          <a:stretch>
            <a:fillRect/>
          </a:stretch>
        </p:blipFill>
        <p:spPr>
          <a:xfrm>
            <a:off x="2124075" y="855150"/>
            <a:ext cx="7943850" cy="48196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g283a0ad4a90_0_115"/>
          <p:cNvPicPr preferRelativeResize="0"/>
          <p:nvPr/>
        </p:nvPicPr>
        <p:blipFill>
          <a:blip r:embed="rId3">
            <a:alphaModFix/>
          </a:blip>
          <a:stretch>
            <a:fillRect/>
          </a:stretch>
        </p:blipFill>
        <p:spPr>
          <a:xfrm>
            <a:off x="2762950" y="572900"/>
            <a:ext cx="6833975" cy="570797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g283a0ad4a90_0_120"/>
          <p:cNvSpPr txBox="1"/>
          <p:nvPr>
            <p:ph type="title"/>
          </p:nvPr>
        </p:nvSpPr>
        <p:spPr>
          <a:xfrm>
            <a:off x="3629549" y="645411"/>
            <a:ext cx="7218900" cy="118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Quattrocento Sans"/>
              <a:buNone/>
            </a:pPr>
            <a:r>
              <a:rPr lang="en-US"/>
              <a:t>Normalization</a:t>
            </a:r>
            <a:endParaRPr/>
          </a:p>
        </p:txBody>
      </p:sp>
      <p:sp>
        <p:nvSpPr>
          <p:cNvPr id="202" name="Google Shape;202;g283a0ad4a90_0_120"/>
          <p:cNvSpPr txBox="1"/>
          <p:nvPr>
            <p:ph idx="1" type="body"/>
          </p:nvPr>
        </p:nvSpPr>
        <p:spPr>
          <a:xfrm>
            <a:off x="3190475" y="1600200"/>
            <a:ext cx="8486100" cy="629400"/>
          </a:xfrm>
          <a:prstGeom prst="rect">
            <a:avLst/>
          </a:prstGeom>
          <a:noFill/>
          <a:ln>
            <a:noFill/>
          </a:ln>
        </p:spPr>
        <p:txBody>
          <a:bodyPr anchorCtr="0" anchor="t" bIns="45700" lIns="91425" spcFirstLastPara="1" rIns="91425" wrap="square" tIns="45700">
            <a:noAutofit/>
          </a:bodyPr>
          <a:lstStyle/>
          <a:p>
            <a:pPr indent="-291719" lvl="1" marL="283464" rtl="0" algn="l">
              <a:lnSpc>
                <a:spcPct val="140000"/>
              </a:lnSpc>
              <a:spcBef>
                <a:spcPts val="1000"/>
              </a:spcBef>
              <a:spcAft>
                <a:spcPts val="0"/>
              </a:spcAft>
              <a:buClr>
                <a:srgbClr val="76330E"/>
              </a:buClr>
              <a:buSzPts val="1930"/>
              <a:buChar char="•"/>
            </a:pPr>
            <a:r>
              <a:rPr b="1" lang="en-US" sz="1929"/>
              <a:t>In SQL we use enormous amount of data stored in </a:t>
            </a:r>
            <a:r>
              <a:rPr b="1" lang="en-US" sz="1929"/>
              <a:t>different</a:t>
            </a:r>
            <a:r>
              <a:rPr b="1" lang="en-US" sz="1929"/>
              <a:t> tables across multiple DBs. </a:t>
            </a:r>
            <a:endParaRPr b="1" sz="1929"/>
          </a:p>
          <a:p>
            <a:pPr indent="-291719" lvl="1" marL="283464" rtl="0" algn="l">
              <a:lnSpc>
                <a:spcPct val="140000"/>
              </a:lnSpc>
              <a:spcBef>
                <a:spcPts val="1000"/>
              </a:spcBef>
              <a:spcAft>
                <a:spcPts val="0"/>
              </a:spcAft>
              <a:buSzPts val="1930"/>
              <a:buChar char="•"/>
            </a:pPr>
            <a:r>
              <a:rPr b="1" lang="en-US" sz="1929"/>
              <a:t>If not organized properly it will be a very big problem in managing DBs.</a:t>
            </a:r>
            <a:endParaRPr b="1" sz="1929"/>
          </a:p>
          <a:p>
            <a:pPr indent="-291719" lvl="1" marL="283464" rtl="0" algn="l">
              <a:lnSpc>
                <a:spcPct val="140000"/>
              </a:lnSpc>
              <a:spcBef>
                <a:spcPts val="1000"/>
              </a:spcBef>
              <a:spcAft>
                <a:spcPts val="0"/>
              </a:spcAft>
              <a:buSzPts val="1930"/>
              <a:buChar char="•"/>
            </a:pPr>
            <a:r>
              <a:rPr b="1" lang="en-US" sz="1929"/>
              <a:t>So we need to normalize the DBs well. </a:t>
            </a:r>
            <a:endParaRPr b="1" sz="1929"/>
          </a:p>
          <a:p>
            <a:pPr indent="-291719" lvl="1" marL="283464" rtl="0" algn="l">
              <a:lnSpc>
                <a:spcPct val="140000"/>
              </a:lnSpc>
              <a:spcBef>
                <a:spcPts val="1000"/>
              </a:spcBef>
              <a:spcAft>
                <a:spcPts val="0"/>
              </a:spcAft>
              <a:buSzPts val="1930"/>
              <a:buChar char="•"/>
            </a:pPr>
            <a:r>
              <a:rPr b="1" lang="en-US" sz="1929"/>
              <a:t>Normalization is the process to eliminate data redundancy and enhance data integrity in the table.</a:t>
            </a:r>
            <a:endParaRPr b="1" sz="1929"/>
          </a:p>
          <a:p>
            <a:pPr indent="-291719" lvl="1" marL="283464" rtl="0" algn="l">
              <a:lnSpc>
                <a:spcPct val="140000"/>
              </a:lnSpc>
              <a:spcBef>
                <a:spcPts val="1000"/>
              </a:spcBef>
              <a:spcAft>
                <a:spcPts val="0"/>
              </a:spcAft>
              <a:buSzPts val="1930"/>
              <a:buChar char="•"/>
            </a:pPr>
            <a:r>
              <a:rPr b="1" lang="en-US" sz="1929"/>
              <a:t>Normalization organizes the columns and tables of a database to ensure that database integrity constraints properly execute their dependencies.</a:t>
            </a:r>
            <a:endParaRPr b="1" sz="1929"/>
          </a:p>
          <a:p>
            <a:pPr indent="-291719" lvl="1" marL="283464" rtl="0" algn="l">
              <a:lnSpc>
                <a:spcPct val="140000"/>
              </a:lnSpc>
              <a:spcBef>
                <a:spcPts val="1000"/>
              </a:spcBef>
              <a:spcAft>
                <a:spcPts val="0"/>
              </a:spcAft>
              <a:buSzPts val="1930"/>
              <a:buChar char="•"/>
            </a:pPr>
            <a:r>
              <a:rPr b="1" lang="en-US" sz="1929"/>
              <a:t> It is a systematic technique of decomposing tables to eliminate data redundancy (repetition) and undesirable characteristics like Insertion, Update, and Deletion anomalies.</a:t>
            </a:r>
            <a:endParaRPr b="1" sz="1929"/>
          </a:p>
          <a:p>
            <a:pPr indent="-236855" lvl="2" marL="1143000" rtl="0" algn="l">
              <a:lnSpc>
                <a:spcPct val="140000"/>
              </a:lnSpc>
              <a:spcBef>
                <a:spcPts val="0"/>
              </a:spcBef>
              <a:spcAft>
                <a:spcPts val="0"/>
              </a:spcAft>
              <a:buSzPts val="1930"/>
              <a:buChar char="•"/>
            </a:pPr>
            <a:r>
              <a:t/>
            </a:r>
            <a:endParaRPr b="1" sz="2070"/>
          </a:p>
          <a:p>
            <a:pPr indent="-236855" lvl="2" marL="1143000" rtl="0" algn="l">
              <a:lnSpc>
                <a:spcPct val="140000"/>
              </a:lnSpc>
              <a:spcBef>
                <a:spcPts val="1000"/>
              </a:spcBef>
              <a:spcAft>
                <a:spcPts val="0"/>
              </a:spcAft>
              <a:buSzPts val="1930"/>
              <a:buChar char="•"/>
            </a:pPr>
            <a:r>
              <a:t/>
            </a:r>
            <a:endParaRPr b="1" sz="207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graphicFrame>
        <p:nvGraphicFramePr>
          <p:cNvPr id="207" name="Google Shape;207;g283a0ad4a90_0_146"/>
          <p:cNvGraphicFramePr/>
          <p:nvPr/>
        </p:nvGraphicFramePr>
        <p:xfrm>
          <a:off x="952500" y="1375825"/>
          <a:ext cx="3000000" cy="3000000"/>
        </p:xfrm>
        <a:graphic>
          <a:graphicData uri="http://schemas.openxmlformats.org/drawingml/2006/table">
            <a:tbl>
              <a:tblPr>
                <a:noFill/>
                <a:tableStyleId>{86C3152C-73CA-4E43-9326-F6BD6996F63D}</a:tableStyleId>
              </a:tblPr>
              <a:tblGrid>
                <a:gridCol w="2057400"/>
                <a:gridCol w="2057400"/>
                <a:gridCol w="2057400"/>
                <a:gridCol w="2057400"/>
                <a:gridCol w="2057400"/>
              </a:tblGrid>
              <a:tr h="381000">
                <a:tc>
                  <a:txBody>
                    <a:bodyPr/>
                    <a:lstStyle/>
                    <a:p>
                      <a:pPr indent="0" lvl="0" marL="0" rtl="0" algn="ctr">
                        <a:spcBef>
                          <a:spcPts val="0"/>
                        </a:spcBef>
                        <a:spcAft>
                          <a:spcPts val="0"/>
                        </a:spcAft>
                        <a:buNone/>
                      </a:pPr>
                      <a:r>
                        <a:rPr b="1" lang="en-US" sz="1600"/>
                        <a:t>Roll Num</a:t>
                      </a:r>
                      <a:endParaRPr b="1" sz="1600"/>
                    </a:p>
                  </a:txBody>
                  <a:tcPr marT="91425" marB="91425" marR="91425" marL="91425"/>
                </a:tc>
                <a:tc>
                  <a:txBody>
                    <a:bodyPr/>
                    <a:lstStyle/>
                    <a:p>
                      <a:pPr indent="0" lvl="0" marL="0" rtl="0" algn="ctr">
                        <a:spcBef>
                          <a:spcPts val="0"/>
                        </a:spcBef>
                        <a:spcAft>
                          <a:spcPts val="0"/>
                        </a:spcAft>
                        <a:buNone/>
                      </a:pPr>
                      <a:r>
                        <a:rPr b="1" lang="en-US" sz="1600"/>
                        <a:t>Name</a:t>
                      </a:r>
                      <a:endParaRPr b="1" sz="1600"/>
                    </a:p>
                  </a:txBody>
                  <a:tcPr marT="91425" marB="91425" marR="91425" marL="91425"/>
                </a:tc>
                <a:tc>
                  <a:txBody>
                    <a:bodyPr/>
                    <a:lstStyle/>
                    <a:p>
                      <a:pPr indent="0" lvl="0" marL="0" rtl="0" algn="ctr">
                        <a:spcBef>
                          <a:spcPts val="0"/>
                        </a:spcBef>
                        <a:spcAft>
                          <a:spcPts val="0"/>
                        </a:spcAft>
                        <a:buNone/>
                      </a:pPr>
                      <a:r>
                        <a:rPr b="1" lang="en-US" sz="1600"/>
                        <a:t>Branch</a:t>
                      </a:r>
                      <a:endParaRPr b="1" sz="1600"/>
                    </a:p>
                  </a:txBody>
                  <a:tcPr marT="91425" marB="91425" marR="91425" marL="91425"/>
                </a:tc>
                <a:tc>
                  <a:txBody>
                    <a:bodyPr/>
                    <a:lstStyle/>
                    <a:p>
                      <a:pPr indent="0" lvl="0" marL="0" rtl="0" algn="ctr">
                        <a:spcBef>
                          <a:spcPts val="0"/>
                        </a:spcBef>
                        <a:spcAft>
                          <a:spcPts val="0"/>
                        </a:spcAft>
                        <a:buNone/>
                      </a:pPr>
                      <a:r>
                        <a:rPr b="1" lang="en-US" sz="1600"/>
                        <a:t>HoD</a:t>
                      </a:r>
                      <a:endParaRPr b="1" sz="1600"/>
                    </a:p>
                  </a:txBody>
                  <a:tcPr marT="91425" marB="91425" marR="91425" marL="91425"/>
                </a:tc>
                <a:tc>
                  <a:txBody>
                    <a:bodyPr/>
                    <a:lstStyle/>
                    <a:p>
                      <a:pPr indent="0" lvl="0" marL="0" rtl="0" algn="ctr">
                        <a:spcBef>
                          <a:spcPts val="0"/>
                        </a:spcBef>
                        <a:spcAft>
                          <a:spcPts val="0"/>
                        </a:spcAft>
                        <a:buNone/>
                      </a:pPr>
                      <a:r>
                        <a:rPr b="1" lang="en-US" sz="1600"/>
                        <a:t>Office Num</a:t>
                      </a:r>
                      <a:endParaRPr b="1" sz="1600"/>
                    </a:p>
                  </a:txBody>
                  <a:tcPr marT="91425" marB="91425" marR="91425" marL="91425"/>
                </a:tc>
              </a:tr>
              <a:tr h="381000">
                <a:tc>
                  <a:txBody>
                    <a:bodyPr/>
                    <a:lstStyle/>
                    <a:p>
                      <a:pPr indent="0" lvl="0" marL="0" rtl="0" algn="ctr">
                        <a:spcBef>
                          <a:spcPts val="0"/>
                        </a:spcBef>
                        <a:spcAft>
                          <a:spcPts val="0"/>
                        </a:spcAft>
                        <a:buNone/>
                      </a:pPr>
                      <a:r>
                        <a:rPr lang="en-US" sz="1900">
                          <a:latin typeface="Calibri"/>
                          <a:ea typeface="Calibri"/>
                          <a:cs typeface="Calibri"/>
                          <a:sym typeface="Calibri"/>
                        </a:rPr>
                        <a:t>1</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Rama</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CSE</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Mr. Rao</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0821 - 2481523</a:t>
                      </a:r>
                      <a:endParaRPr sz="1900">
                        <a:latin typeface="Calibri"/>
                        <a:ea typeface="Calibri"/>
                        <a:cs typeface="Calibri"/>
                        <a:sym typeface="Calibri"/>
                      </a:endParaRPr>
                    </a:p>
                  </a:txBody>
                  <a:tcPr marT="91425" marB="91425" marR="91425" marL="91425"/>
                </a:tc>
              </a:tr>
              <a:tr h="381000">
                <a:tc>
                  <a:txBody>
                    <a:bodyPr/>
                    <a:lstStyle/>
                    <a:p>
                      <a:pPr indent="0" lvl="0" marL="0" rtl="0" algn="ctr">
                        <a:spcBef>
                          <a:spcPts val="0"/>
                        </a:spcBef>
                        <a:spcAft>
                          <a:spcPts val="0"/>
                        </a:spcAft>
                        <a:buNone/>
                      </a:pPr>
                      <a:r>
                        <a:rPr lang="en-US" sz="1900">
                          <a:latin typeface="Calibri"/>
                          <a:ea typeface="Calibri"/>
                          <a:cs typeface="Calibri"/>
                          <a:sym typeface="Calibri"/>
                        </a:rPr>
                        <a:t>2</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Krishna</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CSE</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solidFill>
                            <a:schemeClr val="dk1"/>
                          </a:solidFill>
                          <a:latin typeface="Calibri"/>
                          <a:ea typeface="Calibri"/>
                          <a:cs typeface="Calibri"/>
                          <a:sym typeface="Calibri"/>
                        </a:rPr>
                        <a:t>Mr. Rao</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solidFill>
                            <a:schemeClr val="dk1"/>
                          </a:solidFill>
                          <a:latin typeface="Calibri"/>
                          <a:ea typeface="Calibri"/>
                          <a:cs typeface="Calibri"/>
                          <a:sym typeface="Calibri"/>
                        </a:rPr>
                        <a:t>0821 - 2481523</a:t>
                      </a:r>
                      <a:endParaRPr sz="1900">
                        <a:latin typeface="Calibri"/>
                        <a:ea typeface="Calibri"/>
                        <a:cs typeface="Calibri"/>
                        <a:sym typeface="Calibri"/>
                      </a:endParaRPr>
                    </a:p>
                  </a:txBody>
                  <a:tcPr marT="91425" marB="91425" marR="91425" marL="91425"/>
                </a:tc>
              </a:tr>
              <a:tr h="381000">
                <a:tc>
                  <a:txBody>
                    <a:bodyPr/>
                    <a:lstStyle/>
                    <a:p>
                      <a:pPr indent="0" lvl="0" marL="0" rtl="0" algn="ctr">
                        <a:spcBef>
                          <a:spcPts val="0"/>
                        </a:spcBef>
                        <a:spcAft>
                          <a:spcPts val="0"/>
                        </a:spcAft>
                        <a:buNone/>
                      </a:pPr>
                      <a:r>
                        <a:rPr lang="en-US" sz="1900">
                          <a:latin typeface="Calibri"/>
                          <a:ea typeface="Calibri"/>
                          <a:cs typeface="Calibri"/>
                          <a:sym typeface="Calibri"/>
                        </a:rPr>
                        <a:t>3</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Hari</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CSE</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solidFill>
                            <a:schemeClr val="dk1"/>
                          </a:solidFill>
                          <a:latin typeface="Calibri"/>
                          <a:ea typeface="Calibri"/>
                          <a:cs typeface="Calibri"/>
                          <a:sym typeface="Calibri"/>
                        </a:rPr>
                        <a:t>Mr. Rao</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solidFill>
                            <a:schemeClr val="dk1"/>
                          </a:solidFill>
                          <a:latin typeface="Calibri"/>
                          <a:ea typeface="Calibri"/>
                          <a:cs typeface="Calibri"/>
                          <a:sym typeface="Calibri"/>
                        </a:rPr>
                        <a:t>0821 - 2481523</a:t>
                      </a:r>
                      <a:endParaRPr sz="1900">
                        <a:latin typeface="Calibri"/>
                        <a:ea typeface="Calibri"/>
                        <a:cs typeface="Calibri"/>
                        <a:sym typeface="Calibri"/>
                      </a:endParaRPr>
                    </a:p>
                  </a:txBody>
                  <a:tcPr marT="91425" marB="91425" marR="91425" marL="91425"/>
                </a:tc>
              </a:tr>
              <a:tr h="381000">
                <a:tc>
                  <a:txBody>
                    <a:bodyPr/>
                    <a:lstStyle/>
                    <a:p>
                      <a:pPr indent="0" lvl="0" marL="0" rtl="0" algn="ctr">
                        <a:spcBef>
                          <a:spcPts val="0"/>
                        </a:spcBef>
                        <a:spcAft>
                          <a:spcPts val="0"/>
                        </a:spcAft>
                        <a:buNone/>
                      </a:pPr>
                      <a:r>
                        <a:rPr lang="en-US" sz="1900">
                          <a:latin typeface="Calibri"/>
                          <a:ea typeface="Calibri"/>
                          <a:cs typeface="Calibri"/>
                          <a:sym typeface="Calibri"/>
                        </a:rPr>
                        <a:t>4</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Lakshmi</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CSE</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solidFill>
                            <a:schemeClr val="dk1"/>
                          </a:solidFill>
                          <a:latin typeface="Calibri"/>
                          <a:ea typeface="Calibri"/>
                          <a:cs typeface="Calibri"/>
                          <a:sym typeface="Calibri"/>
                        </a:rPr>
                        <a:t>Mr. Rao</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solidFill>
                            <a:schemeClr val="dk1"/>
                          </a:solidFill>
                          <a:latin typeface="Calibri"/>
                          <a:ea typeface="Calibri"/>
                          <a:cs typeface="Calibri"/>
                          <a:sym typeface="Calibri"/>
                        </a:rPr>
                        <a:t>0821 - 2481523</a:t>
                      </a:r>
                      <a:endParaRPr sz="1900">
                        <a:latin typeface="Calibri"/>
                        <a:ea typeface="Calibri"/>
                        <a:cs typeface="Calibri"/>
                        <a:sym typeface="Calibri"/>
                      </a:endParaRPr>
                    </a:p>
                  </a:txBody>
                  <a:tcPr marT="91425" marB="91425" marR="91425" marL="91425"/>
                </a:tc>
              </a:tr>
            </a:tbl>
          </a:graphicData>
        </a:graphic>
      </p:graphicFrame>
      <p:sp>
        <p:nvSpPr>
          <p:cNvPr id="208" name="Google Shape;208;g283a0ad4a90_0_146"/>
          <p:cNvSpPr txBox="1"/>
          <p:nvPr>
            <p:ph type="title"/>
          </p:nvPr>
        </p:nvSpPr>
        <p:spPr>
          <a:xfrm>
            <a:off x="952500" y="4314275"/>
            <a:ext cx="10287000" cy="11892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accent1"/>
              </a:buClr>
              <a:buSzPts val="4000"/>
              <a:buFont typeface="Quattrocento Sans"/>
              <a:buNone/>
            </a:pPr>
            <a:r>
              <a:rPr lang="en-US"/>
              <a:t>Do you see any Problem with this table ???</a:t>
            </a:r>
            <a:endParaRPr/>
          </a:p>
        </p:txBody>
      </p:sp>
      <p:sp>
        <p:nvSpPr>
          <p:cNvPr id="209" name="Google Shape;209;g283a0ad4a90_0_146"/>
          <p:cNvSpPr txBox="1"/>
          <p:nvPr>
            <p:ph type="title"/>
          </p:nvPr>
        </p:nvSpPr>
        <p:spPr>
          <a:xfrm>
            <a:off x="952500" y="5595575"/>
            <a:ext cx="10287000" cy="11892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accent1"/>
              </a:buClr>
              <a:buSzPts val="4000"/>
              <a:buFont typeface="Quattrocento Sans"/>
              <a:buNone/>
            </a:pPr>
            <a:r>
              <a:rPr lang="en-US" sz="4800"/>
              <a:t>Redundancy</a:t>
            </a:r>
            <a:r>
              <a:rPr lang="en-US"/>
              <a:t> : Every info in One table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graphicFrame>
        <p:nvGraphicFramePr>
          <p:cNvPr id="214" name="Google Shape;214;g283a0ad4a90_0_154"/>
          <p:cNvGraphicFramePr/>
          <p:nvPr/>
        </p:nvGraphicFramePr>
        <p:xfrm>
          <a:off x="952500" y="1909225"/>
          <a:ext cx="3000000" cy="3000000"/>
        </p:xfrm>
        <a:graphic>
          <a:graphicData uri="http://schemas.openxmlformats.org/drawingml/2006/table">
            <a:tbl>
              <a:tblPr>
                <a:noFill/>
                <a:tableStyleId>{86C3152C-73CA-4E43-9326-F6BD6996F63D}</a:tableStyleId>
              </a:tblPr>
              <a:tblGrid>
                <a:gridCol w="2057400"/>
                <a:gridCol w="2057400"/>
                <a:gridCol w="2057400"/>
                <a:gridCol w="2057400"/>
                <a:gridCol w="2057400"/>
              </a:tblGrid>
              <a:tr h="381000">
                <a:tc>
                  <a:txBody>
                    <a:bodyPr/>
                    <a:lstStyle/>
                    <a:p>
                      <a:pPr indent="0" lvl="0" marL="0" rtl="0" algn="ctr">
                        <a:spcBef>
                          <a:spcPts val="0"/>
                        </a:spcBef>
                        <a:spcAft>
                          <a:spcPts val="0"/>
                        </a:spcAft>
                        <a:buNone/>
                      </a:pPr>
                      <a:r>
                        <a:rPr b="1" lang="en-US" sz="1600"/>
                        <a:t>Roll Num</a:t>
                      </a:r>
                      <a:endParaRPr b="1" sz="1600"/>
                    </a:p>
                  </a:txBody>
                  <a:tcPr marT="91425" marB="91425" marR="91425" marL="91425"/>
                </a:tc>
                <a:tc>
                  <a:txBody>
                    <a:bodyPr/>
                    <a:lstStyle/>
                    <a:p>
                      <a:pPr indent="0" lvl="0" marL="0" rtl="0" algn="ctr">
                        <a:spcBef>
                          <a:spcPts val="0"/>
                        </a:spcBef>
                        <a:spcAft>
                          <a:spcPts val="0"/>
                        </a:spcAft>
                        <a:buNone/>
                      </a:pPr>
                      <a:r>
                        <a:rPr b="1" lang="en-US" sz="1600"/>
                        <a:t>Name</a:t>
                      </a:r>
                      <a:endParaRPr b="1" sz="1600"/>
                    </a:p>
                  </a:txBody>
                  <a:tcPr marT="91425" marB="91425" marR="91425" marL="91425"/>
                </a:tc>
                <a:tc>
                  <a:txBody>
                    <a:bodyPr/>
                    <a:lstStyle/>
                    <a:p>
                      <a:pPr indent="0" lvl="0" marL="0" rtl="0" algn="ctr">
                        <a:spcBef>
                          <a:spcPts val="0"/>
                        </a:spcBef>
                        <a:spcAft>
                          <a:spcPts val="0"/>
                        </a:spcAft>
                        <a:buNone/>
                      </a:pPr>
                      <a:r>
                        <a:rPr b="1" lang="en-US" sz="1600"/>
                        <a:t>Branch</a:t>
                      </a:r>
                      <a:endParaRPr b="1" sz="1600"/>
                    </a:p>
                  </a:txBody>
                  <a:tcPr marT="91425" marB="91425" marR="91425" marL="91425"/>
                </a:tc>
                <a:tc>
                  <a:txBody>
                    <a:bodyPr/>
                    <a:lstStyle/>
                    <a:p>
                      <a:pPr indent="0" lvl="0" marL="0" rtl="0" algn="ctr">
                        <a:spcBef>
                          <a:spcPts val="0"/>
                        </a:spcBef>
                        <a:spcAft>
                          <a:spcPts val="0"/>
                        </a:spcAft>
                        <a:buNone/>
                      </a:pPr>
                      <a:r>
                        <a:rPr b="1" lang="en-US" sz="1600"/>
                        <a:t>HoD</a:t>
                      </a:r>
                      <a:endParaRPr b="1" sz="1600"/>
                    </a:p>
                  </a:txBody>
                  <a:tcPr marT="91425" marB="91425" marR="91425" marL="91425"/>
                </a:tc>
                <a:tc>
                  <a:txBody>
                    <a:bodyPr/>
                    <a:lstStyle/>
                    <a:p>
                      <a:pPr indent="0" lvl="0" marL="0" rtl="0" algn="ctr">
                        <a:spcBef>
                          <a:spcPts val="0"/>
                        </a:spcBef>
                        <a:spcAft>
                          <a:spcPts val="0"/>
                        </a:spcAft>
                        <a:buNone/>
                      </a:pPr>
                      <a:r>
                        <a:rPr b="1" lang="en-US" sz="1600"/>
                        <a:t>Office Num</a:t>
                      </a:r>
                      <a:endParaRPr b="1" sz="1600"/>
                    </a:p>
                  </a:txBody>
                  <a:tcPr marT="91425" marB="91425" marR="91425" marL="91425"/>
                </a:tc>
              </a:tr>
              <a:tr h="381000">
                <a:tc>
                  <a:txBody>
                    <a:bodyPr/>
                    <a:lstStyle/>
                    <a:p>
                      <a:pPr indent="0" lvl="0" marL="0" rtl="0" algn="ctr">
                        <a:spcBef>
                          <a:spcPts val="0"/>
                        </a:spcBef>
                        <a:spcAft>
                          <a:spcPts val="0"/>
                        </a:spcAft>
                        <a:buNone/>
                      </a:pPr>
                      <a:r>
                        <a:rPr lang="en-US" sz="1900">
                          <a:latin typeface="Calibri"/>
                          <a:ea typeface="Calibri"/>
                          <a:cs typeface="Calibri"/>
                          <a:sym typeface="Calibri"/>
                        </a:rPr>
                        <a:t>1</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Rama</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CSE</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Mr. Rao</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0821 - 2481523</a:t>
                      </a:r>
                      <a:endParaRPr sz="1900">
                        <a:latin typeface="Calibri"/>
                        <a:ea typeface="Calibri"/>
                        <a:cs typeface="Calibri"/>
                        <a:sym typeface="Calibri"/>
                      </a:endParaRPr>
                    </a:p>
                  </a:txBody>
                  <a:tcPr marT="91425" marB="91425" marR="91425" marL="91425"/>
                </a:tc>
              </a:tr>
              <a:tr h="381000">
                <a:tc>
                  <a:txBody>
                    <a:bodyPr/>
                    <a:lstStyle/>
                    <a:p>
                      <a:pPr indent="0" lvl="0" marL="0" rtl="0" algn="ctr">
                        <a:spcBef>
                          <a:spcPts val="0"/>
                        </a:spcBef>
                        <a:spcAft>
                          <a:spcPts val="0"/>
                        </a:spcAft>
                        <a:buNone/>
                      </a:pPr>
                      <a:r>
                        <a:rPr lang="en-US" sz="1900">
                          <a:latin typeface="Calibri"/>
                          <a:ea typeface="Calibri"/>
                          <a:cs typeface="Calibri"/>
                          <a:sym typeface="Calibri"/>
                        </a:rPr>
                        <a:t>2</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Krishna</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CSE</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solidFill>
                            <a:schemeClr val="dk1"/>
                          </a:solidFill>
                          <a:latin typeface="Calibri"/>
                          <a:ea typeface="Calibri"/>
                          <a:cs typeface="Calibri"/>
                          <a:sym typeface="Calibri"/>
                        </a:rPr>
                        <a:t>Mr. Rao</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solidFill>
                            <a:schemeClr val="dk1"/>
                          </a:solidFill>
                          <a:latin typeface="Calibri"/>
                          <a:ea typeface="Calibri"/>
                          <a:cs typeface="Calibri"/>
                          <a:sym typeface="Calibri"/>
                        </a:rPr>
                        <a:t>0821 - 2481523</a:t>
                      </a:r>
                      <a:endParaRPr sz="1900">
                        <a:latin typeface="Calibri"/>
                        <a:ea typeface="Calibri"/>
                        <a:cs typeface="Calibri"/>
                        <a:sym typeface="Calibri"/>
                      </a:endParaRPr>
                    </a:p>
                  </a:txBody>
                  <a:tcPr marT="91425" marB="91425" marR="91425" marL="91425"/>
                </a:tc>
              </a:tr>
              <a:tr h="381000">
                <a:tc>
                  <a:txBody>
                    <a:bodyPr/>
                    <a:lstStyle/>
                    <a:p>
                      <a:pPr indent="0" lvl="0" marL="0" rtl="0" algn="ctr">
                        <a:spcBef>
                          <a:spcPts val="0"/>
                        </a:spcBef>
                        <a:spcAft>
                          <a:spcPts val="0"/>
                        </a:spcAft>
                        <a:buNone/>
                      </a:pPr>
                      <a:r>
                        <a:rPr lang="en-US" sz="1900">
                          <a:latin typeface="Calibri"/>
                          <a:ea typeface="Calibri"/>
                          <a:cs typeface="Calibri"/>
                          <a:sym typeface="Calibri"/>
                        </a:rPr>
                        <a:t>3</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Hari</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CSE</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solidFill>
                            <a:schemeClr val="dk1"/>
                          </a:solidFill>
                          <a:latin typeface="Calibri"/>
                          <a:ea typeface="Calibri"/>
                          <a:cs typeface="Calibri"/>
                          <a:sym typeface="Calibri"/>
                        </a:rPr>
                        <a:t>Mr. Rao</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solidFill>
                            <a:schemeClr val="dk1"/>
                          </a:solidFill>
                          <a:latin typeface="Calibri"/>
                          <a:ea typeface="Calibri"/>
                          <a:cs typeface="Calibri"/>
                          <a:sym typeface="Calibri"/>
                        </a:rPr>
                        <a:t>0821 - 2481523</a:t>
                      </a:r>
                      <a:endParaRPr sz="1900">
                        <a:latin typeface="Calibri"/>
                        <a:ea typeface="Calibri"/>
                        <a:cs typeface="Calibri"/>
                        <a:sym typeface="Calibri"/>
                      </a:endParaRPr>
                    </a:p>
                  </a:txBody>
                  <a:tcPr marT="91425" marB="91425" marR="91425" marL="91425"/>
                </a:tc>
              </a:tr>
              <a:tr h="381000">
                <a:tc>
                  <a:txBody>
                    <a:bodyPr/>
                    <a:lstStyle/>
                    <a:p>
                      <a:pPr indent="0" lvl="0" marL="0" rtl="0" algn="ctr">
                        <a:spcBef>
                          <a:spcPts val="0"/>
                        </a:spcBef>
                        <a:spcAft>
                          <a:spcPts val="0"/>
                        </a:spcAft>
                        <a:buNone/>
                      </a:pPr>
                      <a:r>
                        <a:rPr lang="en-US" sz="1900">
                          <a:latin typeface="Calibri"/>
                          <a:ea typeface="Calibri"/>
                          <a:cs typeface="Calibri"/>
                          <a:sym typeface="Calibri"/>
                        </a:rPr>
                        <a:t>4</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Lakshmi</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CSE</a:t>
                      </a:r>
                      <a:endParaRPr sz="1900">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900">
                          <a:solidFill>
                            <a:schemeClr val="dk1"/>
                          </a:solidFill>
                          <a:latin typeface="Calibri"/>
                          <a:ea typeface="Calibri"/>
                          <a:cs typeface="Calibri"/>
                          <a:sym typeface="Calibri"/>
                        </a:rPr>
                        <a:t>Mr. Rao</a:t>
                      </a:r>
                      <a:endParaRPr sz="1900">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900">
                          <a:solidFill>
                            <a:schemeClr val="dk1"/>
                          </a:solidFill>
                          <a:latin typeface="Calibri"/>
                          <a:ea typeface="Calibri"/>
                          <a:cs typeface="Calibri"/>
                          <a:sym typeface="Calibri"/>
                        </a:rPr>
                        <a:t>0821 - 2481523</a:t>
                      </a:r>
                      <a:endParaRPr sz="1900">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sz="1900">
                          <a:latin typeface="Calibri"/>
                          <a:ea typeface="Calibri"/>
                          <a:cs typeface="Calibri"/>
                          <a:sym typeface="Calibri"/>
                        </a:rPr>
                        <a:t>5</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Geeta</a:t>
                      </a:r>
                      <a:endParaRPr sz="1900">
                        <a:latin typeface="Calibri"/>
                        <a:ea typeface="Calibri"/>
                        <a:cs typeface="Calibri"/>
                        <a:sym typeface="Calibri"/>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US" sz="1900">
                          <a:highlight>
                            <a:srgbClr val="FF0000"/>
                          </a:highlight>
                          <a:latin typeface="Calibri"/>
                          <a:ea typeface="Calibri"/>
                          <a:cs typeface="Calibri"/>
                          <a:sym typeface="Calibri"/>
                        </a:rPr>
                        <a:t>CSE</a:t>
                      </a:r>
                      <a:endParaRPr sz="1900">
                        <a:highlight>
                          <a:srgbClr val="FF0000"/>
                        </a:highlight>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900">
                          <a:solidFill>
                            <a:schemeClr val="dk1"/>
                          </a:solidFill>
                          <a:highlight>
                            <a:srgbClr val="FF0000"/>
                          </a:highlight>
                          <a:latin typeface="Calibri"/>
                          <a:ea typeface="Calibri"/>
                          <a:cs typeface="Calibri"/>
                          <a:sym typeface="Calibri"/>
                        </a:rPr>
                        <a:t>Mr. Rao</a:t>
                      </a:r>
                      <a:endParaRPr sz="1900">
                        <a:solidFill>
                          <a:schemeClr val="dk1"/>
                        </a:solidFill>
                        <a:highlight>
                          <a:srgbClr val="FF0000"/>
                        </a:highlight>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900">
                          <a:solidFill>
                            <a:schemeClr val="dk1"/>
                          </a:solidFill>
                          <a:highlight>
                            <a:srgbClr val="FF0000"/>
                          </a:highlight>
                          <a:latin typeface="Calibri"/>
                          <a:ea typeface="Calibri"/>
                          <a:cs typeface="Calibri"/>
                          <a:sym typeface="Calibri"/>
                        </a:rPr>
                        <a:t>0821 - 2481523</a:t>
                      </a:r>
                      <a:endParaRPr sz="1900">
                        <a:solidFill>
                          <a:schemeClr val="dk1"/>
                        </a:solidFill>
                        <a:highlight>
                          <a:srgbClr val="FF0000"/>
                        </a:highlight>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15" name="Google Shape;215;g283a0ad4a90_0_154"/>
          <p:cNvSpPr txBox="1"/>
          <p:nvPr>
            <p:ph type="title"/>
          </p:nvPr>
        </p:nvSpPr>
        <p:spPr>
          <a:xfrm>
            <a:off x="486825" y="377275"/>
            <a:ext cx="10287000" cy="11892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accent1"/>
              </a:buClr>
              <a:buSzPts val="4000"/>
              <a:buFont typeface="Quattrocento Sans"/>
              <a:buNone/>
            </a:pPr>
            <a:r>
              <a:rPr lang="en-US"/>
              <a:t>Insertion </a:t>
            </a:r>
            <a:r>
              <a:rPr lang="en-US"/>
              <a:t>Anomaly</a:t>
            </a:r>
            <a:endParaRPr/>
          </a:p>
        </p:txBody>
      </p:sp>
      <p:sp>
        <p:nvSpPr>
          <p:cNvPr id="216" name="Google Shape;216;g283a0ad4a90_0_154"/>
          <p:cNvSpPr txBox="1"/>
          <p:nvPr/>
        </p:nvSpPr>
        <p:spPr>
          <a:xfrm>
            <a:off x="1313700" y="5097050"/>
            <a:ext cx="7408200" cy="6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100">
                <a:solidFill>
                  <a:srgbClr val="FF0000"/>
                </a:solidFill>
                <a:latin typeface="Quattrocento Sans"/>
                <a:ea typeface="Quattrocento Sans"/>
                <a:cs typeface="Quattrocento Sans"/>
                <a:sym typeface="Quattrocento Sans"/>
              </a:rPr>
              <a:t>Without knowing we are storing student and branch info</a:t>
            </a:r>
            <a:endParaRPr b="1" sz="2100">
              <a:solidFill>
                <a:srgbClr val="FF0000"/>
              </a:solidFill>
              <a:latin typeface="Quattrocento Sans"/>
              <a:ea typeface="Quattrocento Sans"/>
              <a:cs typeface="Quattrocento Sans"/>
              <a:sym typeface="Quattrocento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graphicFrame>
        <p:nvGraphicFramePr>
          <p:cNvPr id="221" name="Google Shape;221;g283a0ad4a90_0_160"/>
          <p:cNvGraphicFramePr/>
          <p:nvPr/>
        </p:nvGraphicFramePr>
        <p:xfrm>
          <a:off x="952500" y="1909225"/>
          <a:ext cx="3000000" cy="3000000"/>
        </p:xfrm>
        <a:graphic>
          <a:graphicData uri="http://schemas.openxmlformats.org/drawingml/2006/table">
            <a:tbl>
              <a:tblPr>
                <a:noFill/>
                <a:tableStyleId>{86C3152C-73CA-4E43-9326-F6BD6996F63D}</a:tableStyleId>
              </a:tblPr>
              <a:tblGrid>
                <a:gridCol w="2057400"/>
                <a:gridCol w="2057400"/>
                <a:gridCol w="2057400"/>
                <a:gridCol w="2057400"/>
                <a:gridCol w="2057400"/>
              </a:tblGrid>
              <a:tr h="381000">
                <a:tc>
                  <a:txBody>
                    <a:bodyPr/>
                    <a:lstStyle/>
                    <a:p>
                      <a:pPr indent="0" lvl="0" marL="0" rtl="0" algn="ctr">
                        <a:spcBef>
                          <a:spcPts val="0"/>
                        </a:spcBef>
                        <a:spcAft>
                          <a:spcPts val="0"/>
                        </a:spcAft>
                        <a:buNone/>
                      </a:pPr>
                      <a:r>
                        <a:rPr b="1" lang="en-US" sz="1600"/>
                        <a:t>Roll Num</a:t>
                      </a:r>
                      <a:endParaRPr b="1" sz="1600"/>
                    </a:p>
                  </a:txBody>
                  <a:tcPr marT="91425" marB="91425" marR="91425" marL="91425"/>
                </a:tc>
                <a:tc>
                  <a:txBody>
                    <a:bodyPr/>
                    <a:lstStyle/>
                    <a:p>
                      <a:pPr indent="0" lvl="0" marL="0" rtl="0" algn="ctr">
                        <a:spcBef>
                          <a:spcPts val="0"/>
                        </a:spcBef>
                        <a:spcAft>
                          <a:spcPts val="0"/>
                        </a:spcAft>
                        <a:buNone/>
                      </a:pPr>
                      <a:r>
                        <a:rPr b="1" lang="en-US" sz="1600"/>
                        <a:t>Name</a:t>
                      </a:r>
                      <a:endParaRPr b="1" sz="1600"/>
                    </a:p>
                  </a:txBody>
                  <a:tcPr marT="91425" marB="91425" marR="91425" marL="91425"/>
                </a:tc>
                <a:tc>
                  <a:txBody>
                    <a:bodyPr/>
                    <a:lstStyle/>
                    <a:p>
                      <a:pPr indent="0" lvl="0" marL="0" rtl="0" algn="ctr">
                        <a:spcBef>
                          <a:spcPts val="0"/>
                        </a:spcBef>
                        <a:spcAft>
                          <a:spcPts val="0"/>
                        </a:spcAft>
                        <a:buNone/>
                      </a:pPr>
                      <a:r>
                        <a:rPr b="1" lang="en-US" sz="1600"/>
                        <a:t>Branch</a:t>
                      </a:r>
                      <a:endParaRPr b="1" sz="1600"/>
                    </a:p>
                  </a:txBody>
                  <a:tcPr marT="91425" marB="91425" marR="91425" marL="91425"/>
                </a:tc>
                <a:tc>
                  <a:txBody>
                    <a:bodyPr/>
                    <a:lstStyle/>
                    <a:p>
                      <a:pPr indent="0" lvl="0" marL="0" rtl="0" algn="ctr">
                        <a:spcBef>
                          <a:spcPts val="0"/>
                        </a:spcBef>
                        <a:spcAft>
                          <a:spcPts val="0"/>
                        </a:spcAft>
                        <a:buNone/>
                      </a:pPr>
                      <a:r>
                        <a:rPr b="1" lang="en-US" sz="1600"/>
                        <a:t>HoD</a:t>
                      </a:r>
                      <a:endParaRPr b="1" sz="1600"/>
                    </a:p>
                  </a:txBody>
                  <a:tcPr marT="91425" marB="91425" marR="91425" marL="91425"/>
                </a:tc>
                <a:tc>
                  <a:txBody>
                    <a:bodyPr/>
                    <a:lstStyle/>
                    <a:p>
                      <a:pPr indent="0" lvl="0" marL="0" rtl="0" algn="ctr">
                        <a:spcBef>
                          <a:spcPts val="0"/>
                        </a:spcBef>
                        <a:spcAft>
                          <a:spcPts val="0"/>
                        </a:spcAft>
                        <a:buNone/>
                      </a:pPr>
                      <a:r>
                        <a:rPr b="1" lang="en-US" sz="1600"/>
                        <a:t>Student Club</a:t>
                      </a:r>
                      <a:endParaRPr b="1" sz="1600"/>
                    </a:p>
                  </a:txBody>
                  <a:tcPr marT="91425" marB="91425" marR="91425" marL="91425"/>
                </a:tc>
              </a:tr>
              <a:tr h="381000">
                <a:tc>
                  <a:txBody>
                    <a:bodyPr/>
                    <a:lstStyle/>
                    <a:p>
                      <a:pPr indent="0" lvl="0" marL="0" rtl="0" algn="ctr">
                        <a:spcBef>
                          <a:spcPts val="0"/>
                        </a:spcBef>
                        <a:spcAft>
                          <a:spcPts val="0"/>
                        </a:spcAft>
                        <a:buNone/>
                      </a:pPr>
                      <a:r>
                        <a:rPr lang="en-US" sz="1900">
                          <a:latin typeface="Calibri"/>
                          <a:ea typeface="Calibri"/>
                          <a:cs typeface="Calibri"/>
                          <a:sym typeface="Calibri"/>
                        </a:rPr>
                        <a:t>1</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Rama</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CSE</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Mr. Rao</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Arts</a:t>
                      </a:r>
                      <a:endParaRPr sz="1900">
                        <a:latin typeface="Calibri"/>
                        <a:ea typeface="Calibri"/>
                        <a:cs typeface="Calibri"/>
                        <a:sym typeface="Calibri"/>
                      </a:endParaRPr>
                    </a:p>
                  </a:txBody>
                  <a:tcPr marT="91425" marB="91425" marR="91425" marL="91425"/>
                </a:tc>
              </a:tr>
              <a:tr h="381000">
                <a:tc>
                  <a:txBody>
                    <a:bodyPr/>
                    <a:lstStyle/>
                    <a:p>
                      <a:pPr indent="0" lvl="0" marL="0" rtl="0" algn="ctr">
                        <a:spcBef>
                          <a:spcPts val="0"/>
                        </a:spcBef>
                        <a:spcAft>
                          <a:spcPts val="0"/>
                        </a:spcAft>
                        <a:buNone/>
                      </a:pPr>
                      <a:r>
                        <a:rPr lang="en-US" sz="1900">
                          <a:latin typeface="Calibri"/>
                          <a:ea typeface="Calibri"/>
                          <a:cs typeface="Calibri"/>
                          <a:sym typeface="Calibri"/>
                        </a:rPr>
                        <a:t>2</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Krishna</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CSE</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solidFill>
                            <a:schemeClr val="dk1"/>
                          </a:solidFill>
                          <a:latin typeface="Calibri"/>
                          <a:ea typeface="Calibri"/>
                          <a:cs typeface="Calibri"/>
                          <a:sym typeface="Calibri"/>
                        </a:rPr>
                        <a:t>Mr. Rao</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solidFill>
                            <a:schemeClr val="dk1"/>
                          </a:solidFill>
                          <a:latin typeface="Calibri"/>
                          <a:ea typeface="Calibri"/>
                          <a:cs typeface="Calibri"/>
                          <a:sym typeface="Calibri"/>
                        </a:rPr>
                        <a:t>Singing</a:t>
                      </a:r>
                      <a:endParaRPr sz="1900">
                        <a:latin typeface="Calibri"/>
                        <a:ea typeface="Calibri"/>
                        <a:cs typeface="Calibri"/>
                        <a:sym typeface="Calibri"/>
                      </a:endParaRPr>
                    </a:p>
                  </a:txBody>
                  <a:tcPr marT="91425" marB="91425" marR="91425" marL="91425"/>
                </a:tc>
              </a:tr>
              <a:tr h="381000">
                <a:tc>
                  <a:txBody>
                    <a:bodyPr/>
                    <a:lstStyle/>
                    <a:p>
                      <a:pPr indent="0" lvl="0" marL="0" rtl="0" algn="ctr">
                        <a:spcBef>
                          <a:spcPts val="0"/>
                        </a:spcBef>
                        <a:spcAft>
                          <a:spcPts val="0"/>
                        </a:spcAft>
                        <a:buNone/>
                      </a:pPr>
                      <a:r>
                        <a:rPr lang="en-US" sz="1900">
                          <a:latin typeface="Calibri"/>
                          <a:ea typeface="Calibri"/>
                          <a:cs typeface="Calibri"/>
                          <a:sym typeface="Calibri"/>
                        </a:rPr>
                        <a:t>3</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Hari</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CSE</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solidFill>
                            <a:schemeClr val="dk1"/>
                          </a:solidFill>
                          <a:latin typeface="Calibri"/>
                          <a:ea typeface="Calibri"/>
                          <a:cs typeface="Calibri"/>
                          <a:sym typeface="Calibri"/>
                        </a:rPr>
                        <a:t>Mr. Rao</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solidFill>
                            <a:schemeClr val="dk1"/>
                          </a:solidFill>
                          <a:latin typeface="Calibri"/>
                          <a:ea typeface="Calibri"/>
                          <a:cs typeface="Calibri"/>
                          <a:sym typeface="Calibri"/>
                        </a:rPr>
                        <a:t>Dance</a:t>
                      </a:r>
                      <a:endParaRPr sz="1900">
                        <a:latin typeface="Calibri"/>
                        <a:ea typeface="Calibri"/>
                        <a:cs typeface="Calibri"/>
                        <a:sym typeface="Calibri"/>
                      </a:endParaRPr>
                    </a:p>
                  </a:txBody>
                  <a:tcPr marT="91425" marB="91425" marR="91425" marL="91425"/>
                </a:tc>
              </a:tr>
              <a:tr h="381000">
                <a:tc>
                  <a:txBody>
                    <a:bodyPr/>
                    <a:lstStyle/>
                    <a:p>
                      <a:pPr indent="0" lvl="0" marL="0" rtl="0" algn="ctr">
                        <a:spcBef>
                          <a:spcPts val="0"/>
                        </a:spcBef>
                        <a:spcAft>
                          <a:spcPts val="0"/>
                        </a:spcAft>
                        <a:buNone/>
                      </a:pPr>
                      <a:r>
                        <a:rPr lang="en-US" sz="1900">
                          <a:latin typeface="Calibri"/>
                          <a:ea typeface="Calibri"/>
                          <a:cs typeface="Calibri"/>
                          <a:sym typeface="Calibri"/>
                        </a:rPr>
                        <a:t>4</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Lakshmi</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CSE</a:t>
                      </a:r>
                      <a:endParaRPr sz="1900">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900">
                          <a:solidFill>
                            <a:schemeClr val="dk1"/>
                          </a:solidFill>
                          <a:latin typeface="Calibri"/>
                          <a:ea typeface="Calibri"/>
                          <a:cs typeface="Calibri"/>
                          <a:sym typeface="Calibri"/>
                        </a:rPr>
                        <a:t>Mr. Rao</a:t>
                      </a:r>
                      <a:endParaRPr sz="1900">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900">
                          <a:solidFill>
                            <a:schemeClr val="dk1"/>
                          </a:solidFill>
                          <a:latin typeface="Calibri"/>
                          <a:ea typeface="Calibri"/>
                          <a:cs typeface="Calibri"/>
                          <a:sym typeface="Calibri"/>
                        </a:rPr>
                        <a:t>Drama</a:t>
                      </a:r>
                      <a:endParaRPr sz="1900">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sz="1900">
                          <a:latin typeface="Calibri"/>
                          <a:ea typeface="Calibri"/>
                          <a:cs typeface="Calibri"/>
                          <a:sym typeface="Calibri"/>
                        </a:rPr>
                        <a:t>5</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Geeta</a:t>
                      </a:r>
                      <a:endParaRPr sz="1900">
                        <a:latin typeface="Calibri"/>
                        <a:ea typeface="Calibri"/>
                        <a:cs typeface="Calibri"/>
                        <a:sym typeface="Calibri"/>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US" sz="1900">
                          <a:latin typeface="Calibri"/>
                          <a:ea typeface="Calibri"/>
                          <a:cs typeface="Calibri"/>
                          <a:sym typeface="Calibri"/>
                        </a:rPr>
                        <a:t>CSE</a:t>
                      </a:r>
                      <a:endParaRPr sz="1900">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900">
                          <a:solidFill>
                            <a:schemeClr val="dk1"/>
                          </a:solidFill>
                          <a:latin typeface="Calibri"/>
                          <a:ea typeface="Calibri"/>
                          <a:cs typeface="Calibri"/>
                          <a:sym typeface="Calibri"/>
                        </a:rPr>
                        <a:t>Mr. Rao</a:t>
                      </a:r>
                      <a:endParaRPr sz="1900">
                        <a:solidFill>
                          <a:schemeClr val="dk1"/>
                        </a:solidFill>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900">
                          <a:solidFill>
                            <a:schemeClr val="dk1"/>
                          </a:solidFill>
                          <a:highlight>
                            <a:srgbClr val="FF0000"/>
                          </a:highlight>
                          <a:latin typeface="Calibri"/>
                          <a:ea typeface="Calibri"/>
                          <a:cs typeface="Calibri"/>
                          <a:sym typeface="Calibri"/>
                        </a:rPr>
                        <a:t>????</a:t>
                      </a:r>
                      <a:endParaRPr sz="1900">
                        <a:solidFill>
                          <a:schemeClr val="dk1"/>
                        </a:solidFill>
                        <a:highlight>
                          <a:srgbClr val="FF0000"/>
                        </a:highlight>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22" name="Google Shape;222;g283a0ad4a90_0_160"/>
          <p:cNvSpPr txBox="1"/>
          <p:nvPr>
            <p:ph type="title"/>
          </p:nvPr>
        </p:nvSpPr>
        <p:spPr>
          <a:xfrm>
            <a:off x="486825" y="377275"/>
            <a:ext cx="10287000" cy="11892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accent1"/>
              </a:buClr>
              <a:buSzPts val="4000"/>
              <a:buFont typeface="Quattrocento Sans"/>
              <a:buNone/>
            </a:pPr>
            <a:r>
              <a:rPr lang="en-US"/>
              <a:t>Insertion Anomaly</a:t>
            </a:r>
            <a:endParaRPr/>
          </a:p>
        </p:txBody>
      </p:sp>
      <p:sp>
        <p:nvSpPr>
          <p:cNvPr id="223" name="Google Shape;223;g283a0ad4a90_0_160"/>
          <p:cNvSpPr txBox="1"/>
          <p:nvPr/>
        </p:nvSpPr>
        <p:spPr>
          <a:xfrm>
            <a:off x="1313700" y="5097050"/>
            <a:ext cx="6279600" cy="6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100">
                <a:solidFill>
                  <a:srgbClr val="FF0000"/>
                </a:solidFill>
                <a:latin typeface="Quattrocento Sans"/>
                <a:ea typeface="Quattrocento Sans"/>
                <a:cs typeface="Quattrocento Sans"/>
                <a:sym typeface="Quattrocento Sans"/>
              </a:rPr>
              <a:t>What if the club is given only after 1st year ???</a:t>
            </a:r>
            <a:endParaRPr b="1" sz="2100">
              <a:solidFill>
                <a:srgbClr val="FF0000"/>
              </a:solidFill>
              <a:latin typeface="Quattrocento Sans"/>
              <a:ea typeface="Quattrocento Sans"/>
              <a:cs typeface="Quattrocento Sans"/>
              <a:sym typeface="Quattrocento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graphicFrame>
        <p:nvGraphicFramePr>
          <p:cNvPr id="228" name="Google Shape;228;g283a0ad4a90_0_173"/>
          <p:cNvGraphicFramePr/>
          <p:nvPr/>
        </p:nvGraphicFramePr>
        <p:xfrm>
          <a:off x="952500" y="1909225"/>
          <a:ext cx="3000000" cy="3000000"/>
        </p:xfrm>
        <a:graphic>
          <a:graphicData uri="http://schemas.openxmlformats.org/drawingml/2006/table">
            <a:tbl>
              <a:tblPr>
                <a:noFill/>
                <a:tableStyleId>{86C3152C-73CA-4E43-9326-F6BD6996F63D}</a:tableStyleId>
              </a:tblPr>
              <a:tblGrid>
                <a:gridCol w="2057400"/>
                <a:gridCol w="2057400"/>
                <a:gridCol w="2057400"/>
                <a:gridCol w="2057400"/>
                <a:gridCol w="2057400"/>
              </a:tblGrid>
              <a:tr h="381000">
                <a:tc>
                  <a:txBody>
                    <a:bodyPr/>
                    <a:lstStyle/>
                    <a:p>
                      <a:pPr indent="0" lvl="0" marL="0" rtl="0" algn="ctr">
                        <a:spcBef>
                          <a:spcPts val="0"/>
                        </a:spcBef>
                        <a:spcAft>
                          <a:spcPts val="0"/>
                        </a:spcAft>
                        <a:buNone/>
                      </a:pPr>
                      <a:r>
                        <a:rPr b="1" lang="en-US" sz="1600"/>
                        <a:t>Roll Num</a:t>
                      </a:r>
                      <a:endParaRPr b="1" sz="1600"/>
                    </a:p>
                  </a:txBody>
                  <a:tcPr marT="91425" marB="91425" marR="91425" marL="91425"/>
                </a:tc>
                <a:tc>
                  <a:txBody>
                    <a:bodyPr/>
                    <a:lstStyle/>
                    <a:p>
                      <a:pPr indent="0" lvl="0" marL="0" rtl="0" algn="ctr">
                        <a:spcBef>
                          <a:spcPts val="0"/>
                        </a:spcBef>
                        <a:spcAft>
                          <a:spcPts val="0"/>
                        </a:spcAft>
                        <a:buNone/>
                      </a:pPr>
                      <a:r>
                        <a:rPr b="1" lang="en-US" sz="1600"/>
                        <a:t>Name</a:t>
                      </a:r>
                      <a:endParaRPr b="1" sz="1600"/>
                    </a:p>
                  </a:txBody>
                  <a:tcPr marT="91425" marB="91425" marR="91425" marL="91425"/>
                </a:tc>
                <a:tc>
                  <a:txBody>
                    <a:bodyPr/>
                    <a:lstStyle/>
                    <a:p>
                      <a:pPr indent="0" lvl="0" marL="0" rtl="0" algn="ctr">
                        <a:spcBef>
                          <a:spcPts val="0"/>
                        </a:spcBef>
                        <a:spcAft>
                          <a:spcPts val="0"/>
                        </a:spcAft>
                        <a:buNone/>
                      </a:pPr>
                      <a:r>
                        <a:rPr b="1" lang="en-US" sz="1600"/>
                        <a:t>Branch</a:t>
                      </a:r>
                      <a:endParaRPr b="1" sz="1600"/>
                    </a:p>
                  </a:txBody>
                  <a:tcPr marT="91425" marB="91425" marR="91425" marL="91425"/>
                </a:tc>
                <a:tc>
                  <a:txBody>
                    <a:bodyPr/>
                    <a:lstStyle/>
                    <a:p>
                      <a:pPr indent="0" lvl="0" marL="0" rtl="0" algn="ctr">
                        <a:spcBef>
                          <a:spcPts val="0"/>
                        </a:spcBef>
                        <a:spcAft>
                          <a:spcPts val="0"/>
                        </a:spcAft>
                        <a:buNone/>
                      </a:pPr>
                      <a:r>
                        <a:rPr b="1" lang="en-US" sz="1600"/>
                        <a:t>HoD</a:t>
                      </a:r>
                      <a:endParaRPr b="1" sz="1600"/>
                    </a:p>
                  </a:txBody>
                  <a:tcPr marT="91425" marB="91425" marR="91425" marL="91425"/>
                </a:tc>
                <a:tc>
                  <a:txBody>
                    <a:bodyPr/>
                    <a:lstStyle/>
                    <a:p>
                      <a:pPr indent="0" lvl="0" marL="0" rtl="0" algn="ctr">
                        <a:spcBef>
                          <a:spcPts val="0"/>
                        </a:spcBef>
                        <a:spcAft>
                          <a:spcPts val="0"/>
                        </a:spcAft>
                        <a:buNone/>
                      </a:pPr>
                      <a:r>
                        <a:rPr b="1" lang="en-US" sz="1600"/>
                        <a:t>Office Num</a:t>
                      </a:r>
                      <a:endParaRPr b="1" sz="1600"/>
                    </a:p>
                  </a:txBody>
                  <a:tcPr marT="91425" marB="91425" marR="91425" marL="91425"/>
                </a:tc>
              </a:tr>
              <a:tr h="381000">
                <a:tc>
                  <a:txBody>
                    <a:bodyPr/>
                    <a:lstStyle/>
                    <a:p>
                      <a:pPr indent="0" lvl="0" marL="0" rtl="0" algn="ctr">
                        <a:spcBef>
                          <a:spcPts val="0"/>
                        </a:spcBef>
                        <a:spcAft>
                          <a:spcPts val="0"/>
                        </a:spcAft>
                        <a:buNone/>
                      </a:pPr>
                      <a:r>
                        <a:rPr lang="en-US" sz="1900">
                          <a:latin typeface="Calibri"/>
                          <a:ea typeface="Calibri"/>
                          <a:cs typeface="Calibri"/>
                          <a:sym typeface="Calibri"/>
                        </a:rPr>
                        <a:t>1</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Rama</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CSE</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Mr. Rao</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0821 - 2481523</a:t>
                      </a:r>
                      <a:endParaRPr sz="1900">
                        <a:latin typeface="Calibri"/>
                        <a:ea typeface="Calibri"/>
                        <a:cs typeface="Calibri"/>
                        <a:sym typeface="Calibri"/>
                      </a:endParaRPr>
                    </a:p>
                  </a:txBody>
                  <a:tcPr marT="91425" marB="91425" marR="91425" marL="91425"/>
                </a:tc>
              </a:tr>
              <a:tr h="381000">
                <a:tc>
                  <a:txBody>
                    <a:bodyPr/>
                    <a:lstStyle/>
                    <a:p>
                      <a:pPr indent="0" lvl="0" marL="0" rtl="0" algn="ctr">
                        <a:spcBef>
                          <a:spcPts val="0"/>
                        </a:spcBef>
                        <a:spcAft>
                          <a:spcPts val="0"/>
                        </a:spcAft>
                        <a:buNone/>
                      </a:pPr>
                      <a:r>
                        <a:rPr lang="en-US" sz="1900">
                          <a:latin typeface="Calibri"/>
                          <a:ea typeface="Calibri"/>
                          <a:cs typeface="Calibri"/>
                          <a:sym typeface="Calibri"/>
                        </a:rPr>
                        <a:t>2</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Krishna</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CSE</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solidFill>
                            <a:schemeClr val="dk1"/>
                          </a:solidFill>
                          <a:latin typeface="Calibri"/>
                          <a:ea typeface="Calibri"/>
                          <a:cs typeface="Calibri"/>
                          <a:sym typeface="Calibri"/>
                        </a:rPr>
                        <a:t>Mr. Rao</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solidFill>
                            <a:schemeClr val="dk1"/>
                          </a:solidFill>
                          <a:latin typeface="Calibri"/>
                          <a:ea typeface="Calibri"/>
                          <a:cs typeface="Calibri"/>
                          <a:sym typeface="Calibri"/>
                        </a:rPr>
                        <a:t>0821 - 2481523</a:t>
                      </a:r>
                      <a:endParaRPr sz="1900">
                        <a:latin typeface="Calibri"/>
                        <a:ea typeface="Calibri"/>
                        <a:cs typeface="Calibri"/>
                        <a:sym typeface="Calibri"/>
                      </a:endParaRPr>
                    </a:p>
                  </a:txBody>
                  <a:tcPr marT="91425" marB="91425" marR="91425" marL="91425"/>
                </a:tc>
              </a:tr>
              <a:tr h="381000">
                <a:tc>
                  <a:txBody>
                    <a:bodyPr/>
                    <a:lstStyle/>
                    <a:p>
                      <a:pPr indent="0" lvl="0" marL="0" rtl="0" algn="ctr">
                        <a:spcBef>
                          <a:spcPts val="0"/>
                        </a:spcBef>
                        <a:spcAft>
                          <a:spcPts val="0"/>
                        </a:spcAft>
                        <a:buNone/>
                      </a:pPr>
                      <a:r>
                        <a:rPr lang="en-US" sz="1900">
                          <a:latin typeface="Calibri"/>
                          <a:ea typeface="Calibri"/>
                          <a:cs typeface="Calibri"/>
                          <a:sym typeface="Calibri"/>
                        </a:rPr>
                        <a:t>3</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Hari</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CSE</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solidFill>
                            <a:schemeClr val="dk1"/>
                          </a:solidFill>
                          <a:latin typeface="Calibri"/>
                          <a:ea typeface="Calibri"/>
                          <a:cs typeface="Calibri"/>
                          <a:sym typeface="Calibri"/>
                        </a:rPr>
                        <a:t>Mr. Rao</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solidFill>
                            <a:schemeClr val="dk1"/>
                          </a:solidFill>
                          <a:latin typeface="Calibri"/>
                          <a:ea typeface="Calibri"/>
                          <a:cs typeface="Calibri"/>
                          <a:sym typeface="Calibri"/>
                        </a:rPr>
                        <a:t>0821 - 2481523</a:t>
                      </a:r>
                      <a:endParaRPr sz="1900">
                        <a:latin typeface="Calibri"/>
                        <a:ea typeface="Calibri"/>
                        <a:cs typeface="Calibri"/>
                        <a:sym typeface="Calibri"/>
                      </a:endParaRPr>
                    </a:p>
                  </a:txBody>
                  <a:tcPr marT="91425" marB="91425" marR="91425" marL="91425"/>
                </a:tc>
              </a:tr>
              <a:tr h="381000">
                <a:tc>
                  <a:txBody>
                    <a:bodyPr/>
                    <a:lstStyle/>
                    <a:p>
                      <a:pPr indent="0" lvl="0" marL="0" rtl="0" algn="ctr">
                        <a:spcBef>
                          <a:spcPts val="0"/>
                        </a:spcBef>
                        <a:spcAft>
                          <a:spcPts val="0"/>
                        </a:spcAft>
                        <a:buNone/>
                      </a:pPr>
                      <a:r>
                        <a:rPr lang="en-US" sz="1900">
                          <a:latin typeface="Calibri"/>
                          <a:ea typeface="Calibri"/>
                          <a:cs typeface="Calibri"/>
                          <a:sym typeface="Calibri"/>
                        </a:rPr>
                        <a:t>4</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Lakshmi</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CSE</a:t>
                      </a:r>
                      <a:endParaRPr sz="1900">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900">
                          <a:solidFill>
                            <a:schemeClr val="dk1"/>
                          </a:solidFill>
                          <a:latin typeface="Calibri"/>
                          <a:ea typeface="Calibri"/>
                          <a:cs typeface="Calibri"/>
                          <a:sym typeface="Calibri"/>
                        </a:rPr>
                        <a:t>Mr. Rao</a:t>
                      </a:r>
                      <a:endParaRPr sz="1900">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900">
                          <a:solidFill>
                            <a:schemeClr val="dk1"/>
                          </a:solidFill>
                          <a:latin typeface="Calibri"/>
                          <a:ea typeface="Calibri"/>
                          <a:cs typeface="Calibri"/>
                          <a:sym typeface="Calibri"/>
                        </a:rPr>
                        <a:t>0821 - 2481523</a:t>
                      </a:r>
                      <a:endParaRPr sz="1900">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sz="1900">
                          <a:latin typeface="Calibri"/>
                          <a:ea typeface="Calibri"/>
                          <a:cs typeface="Calibri"/>
                          <a:sym typeface="Calibri"/>
                        </a:rPr>
                        <a:t>5</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Geeta</a:t>
                      </a:r>
                      <a:endParaRPr sz="1900">
                        <a:latin typeface="Calibri"/>
                        <a:ea typeface="Calibri"/>
                        <a:cs typeface="Calibri"/>
                        <a:sym typeface="Calibri"/>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US" sz="1900">
                          <a:latin typeface="Calibri"/>
                          <a:ea typeface="Calibri"/>
                          <a:cs typeface="Calibri"/>
                          <a:sym typeface="Calibri"/>
                        </a:rPr>
                        <a:t>CSE</a:t>
                      </a:r>
                      <a:endParaRPr sz="1900">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900">
                          <a:solidFill>
                            <a:schemeClr val="dk1"/>
                          </a:solidFill>
                          <a:latin typeface="Calibri"/>
                          <a:ea typeface="Calibri"/>
                          <a:cs typeface="Calibri"/>
                          <a:sym typeface="Calibri"/>
                        </a:rPr>
                        <a:t>Mr. Rao</a:t>
                      </a:r>
                      <a:endParaRPr sz="1900">
                        <a:solidFill>
                          <a:schemeClr val="dk1"/>
                        </a:solidFill>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900">
                          <a:solidFill>
                            <a:schemeClr val="dk1"/>
                          </a:solidFill>
                          <a:latin typeface="Calibri"/>
                          <a:ea typeface="Calibri"/>
                          <a:cs typeface="Calibri"/>
                          <a:sym typeface="Calibri"/>
                        </a:rPr>
                        <a:t>0821 - 2481523</a:t>
                      </a:r>
                      <a:endParaRPr sz="1900">
                        <a:solidFill>
                          <a:schemeClr val="dk1"/>
                        </a:solidFill>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29" name="Google Shape;229;g283a0ad4a90_0_173"/>
          <p:cNvSpPr txBox="1"/>
          <p:nvPr>
            <p:ph type="title"/>
          </p:nvPr>
        </p:nvSpPr>
        <p:spPr>
          <a:xfrm>
            <a:off x="486825" y="377275"/>
            <a:ext cx="10287000" cy="11892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accent1"/>
              </a:buClr>
              <a:buSzPts val="4000"/>
              <a:buFont typeface="Quattrocento Sans"/>
              <a:buNone/>
            </a:pPr>
            <a:r>
              <a:rPr lang="en-US"/>
              <a:t>Deletion</a:t>
            </a:r>
            <a:r>
              <a:rPr lang="en-US"/>
              <a:t> Anomaly</a:t>
            </a:r>
            <a:endParaRPr/>
          </a:p>
        </p:txBody>
      </p:sp>
      <p:sp>
        <p:nvSpPr>
          <p:cNvPr id="230" name="Google Shape;230;g283a0ad4a90_0_173"/>
          <p:cNvSpPr txBox="1"/>
          <p:nvPr/>
        </p:nvSpPr>
        <p:spPr>
          <a:xfrm>
            <a:off x="1313700" y="5097050"/>
            <a:ext cx="9925800" cy="6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100">
                <a:solidFill>
                  <a:srgbClr val="FF0000"/>
                </a:solidFill>
                <a:latin typeface="Quattrocento Sans"/>
                <a:ea typeface="Quattrocento Sans"/>
                <a:cs typeface="Quattrocento Sans"/>
                <a:sym typeface="Quattrocento Sans"/>
              </a:rPr>
              <a:t>If we delete the students one after another after the deletion of last student department info is also lost</a:t>
            </a:r>
            <a:endParaRPr b="1" sz="2100">
              <a:solidFill>
                <a:srgbClr val="FF0000"/>
              </a:solidFill>
              <a:latin typeface="Quattrocento Sans"/>
              <a:ea typeface="Quattrocento Sans"/>
              <a:cs typeface="Quattrocento Sans"/>
              <a:sym typeface="Quattrocento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graphicFrame>
        <p:nvGraphicFramePr>
          <p:cNvPr id="235" name="Google Shape;235;g283a0ad4a90_0_179"/>
          <p:cNvGraphicFramePr/>
          <p:nvPr/>
        </p:nvGraphicFramePr>
        <p:xfrm>
          <a:off x="952500" y="1909225"/>
          <a:ext cx="3000000" cy="3000000"/>
        </p:xfrm>
        <a:graphic>
          <a:graphicData uri="http://schemas.openxmlformats.org/drawingml/2006/table">
            <a:tbl>
              <a:tblPr>
                <a:noFill/>
                <a:tableStyleId>{86C3152C-73CA-4E43-9326-F6BD6996F63D}</a:tableStyleId>
              </a:tblPr>
              <a:tblGrid>
                <a:gridCol w="2057400"/>
                <a:gridCol w="2057400"/>
                <a:gridCol w="2057400"/>
                <a:gridCol w="2057400"/>
                <a:gridCol w="2057400"/>
              </a:tblGrid>
              <a:tr h="381000">
                <a:tc>
                  <a:txBody>
                    <a:bodyPr/>
                    <a:lstStyle/>
                    <a:p>
                      <a:pPr indent="0" lvl="0" marL="0" rtl="0" algn="ctr">
                        <a:spcBef>
                          <a:spcPts val="0"/>
                        </a:spcBef>
                        <a:spcAft>
                          <a:spcPts val="0"/>
                        </a:spcAft>
                        <a:buNone/>
                      </a:pPr>
                      <a:r>
                        <a:rPr b="1" lang="en-US" sz="1600"/>
                        <a:t>Roll Num</a:t>
                      </a:r>
                      <a:endParaRPr b="1" sz="1600"/>
                    </a:p>
                  </a:txBody>
                  <a:tcPr marT="91425" marB="91425" marR="91425" marL="91425"/>
                </a:tc>
                <a:tc>
                  <a:txBody>
                    <a:bodyPr/>
                    <a:lstStyle/>
                    <a:p>
                      <a:pPr indent="0" lvl="0" marL="0" rtl="0" algn="ctr">
                        <a:spcBef>
                          <a:spcPts val="0"/>
                        </a:spcBef>
                        <a:spcAft>
                          <a:spcPts val="0"/>
                        </a:spcAft>
                        <a:buNone/>
                      </a:pPr>
                      <a:r>
                        <a:rPr b="1" lang="en-US" sz="1600"/>
                        <a:t>Name</a:t>
                      </a:r>
                      <a:endParaRPr b="1" sz="1600"/>
                    </a:p>
                  </a:txBody>
                  <a:tcPr marT="91425" marB="91425" marR="91425" marL="91425"/>
                </a:tc>
                <a:tc>
                  <a:txBody>
                    <a:bodyPr/>
                    <a:lstStyle/>
                    <a:p>
                      <a:pPr indent="0" lvl="0" marL="0" rtl="0" algn="ctr">
                        <a:spcBef>
                          <a:spcPts val="0"/>
                        </a:spcBef>
                        <a:spcAft>
                          <a:spcPts val="0"/>
                        </a:spcAft>
                        <a:buNone/>
                      </a:pPr>
                      <a:r>
                        <a:rPr b="1" lang="en-US" sz="1600"/>
                        <a:t>Branch</a:t>
                      </a:r>
                      <a:endParaRPr b="1" sz="1600"/>
                    </a:p>
                  </a:txBody>
                  <a:tcPr marT="91425" marB="91425" marR="91425" marL="91425"/>
                </a:tc>
                <a:tc>
                  <a:txBody>
                    <a:bodyPr/>
                    <a:lstStyle/>
                    <a:p>
                      <a:pPr indent="0" lvl="0" marL="0" rtl="0" algn="ctr">
                        <a:spcBef>
                          <a:spcPts val="0"/>
                        </a:spcBef>
                        <a:spcAft>
                          <a:spcPts val="0"/>
                        </a:spcAft>
                        <a:buNone/>
                      </a:pPr>
                      <a:r>
                        <a:rPr b="1" lang="en-US" sz="1600"/>
                        <a:t>HoD</a:t>
                      </a:r>
                      <a:endParaRPr b="1" sz="1600"/>
                    </a:p>
                  </a:txBody>
                  <a:tcPr marT="91425" marB="91425" marR="91425" marL="91425"/>
                </a:tc>
                <a:tc>
                  <a:txBody>
                    <a:bodyPr/>
                    <a:lstStyle/>
                    <a:p>
                      <a:pPr indent="0" lvl="0" marL="0" rtl="0" algn="ctr">
                        <a:spcBef>
                          <a:spcPts val="0"/>
                        </a:spcBef>
                        <a:spcAft>
                          <a:spcPts val="0"/>
                        </a:spcAft>
                        <a:buNone/>
                      </a:pPr>
                      <a:r>
                        <a:rPr b="1" lang="en-US" sz="1600"/>
                        <a:t>Office Num</a:t>
                      </a:r>
                      <a:endParaRPr b="1" sz="1600"/>
                    </a:p>
                  </a:txBody>
                  <a:tcPr marT="91425" marB="91425" marR="91425" marL="91425"/>
                </a:tc>
              </a:tr>
              <a:tr h="381000">
                <a:tc>
                  <a:txBody>
                    <a:bodyPr/>
                    <a:lstStyle/>
                    <a:p>
                      <a:pPr indent="0" lvl="0" marL="0" rtl="0" algn="ctr">
                        <a:spcBef>
                          <a:spcPts val="0"/>
                        </a:spcBef>
                        <a:spcAft>
                          <a:spcPts val="0"/>
                        </a:spcAft>
                        <a:buNone/>
                      </a:pPr>
                      <a:r>
                        <a:rPr lang="en-US" sz="1900">
                          <a:latin typeface="Calibri"/>
                          <a:ea typeface="Calibri"/>
                          <a:cs typeface="Calibri"/>
                          <a:sym typeface="Calibri"/>
                        </a:rPr>
                        <a:t>1</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Rama</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CSE</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Mr. Rao</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0821 - 2481523</a:t>
                      </a:r>
                      <a:endParaRPr sz="1900">
                        <a:latin typeface="Calibri"/>
                        <a:ea typeface="Calibri"/>
                        <a:cs typeface="Calibri"/>
                        <a:sym typeface="Calibri"/>
                      </a:endParaRPr>
                    </a:p>
                  </a:txBody>
                  <a:tcPr marT="91425" marB="91425" marR="91425" marL="91425"/>
                </a:tc>
              </a:tr>
              <a:tr h="381000">
                <a:tc>
                  <a:txBody>
                    <a:bodyPr/>
                    <a:lstStyle/>
                    <a:p>
                      <a:pPr indent="0" lvl="0" marL="0" rtl="0" algn="ctr">
                        <a:spcBef>
                          <a:spcPts val="0"/>
                        </a:spcBef>
                        <a:spcAft>
                          <a:spcPts val="0"/>
                        </a:spcAft>
                        <a:buNone/>
                      </a:pPr>
                      <a:r>
                        <a:rPr lang="en-US" sz="1900">
                          <a:latin typeface="Calibri"/>
                          <a:ea typeface="Calibri"/>
                          <a:cs typeface="Calibri"/>
                          <a:sym typeface="Calibri"/>
                        </a:rPr>
                        <a:t>2</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Krishna</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CSE</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solidFill>
                            <a:schemeClr val="dk1"/>
                          </a:solidFill>
                          <a:latin typeface="Calibri"/>
                          <a:ea typeface="Calibri"/>
                          <a:cs typeface="Calibri"/>
                          <a:sym typeface="Calibri"/>
                        </a:rPr>
                        <a:t>Mr. Rao</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solidFill>
                            <a:schemeClr val="dk1"/>
                          </a:solidFill>
                          <a:latin typeface="Calibri"/>
                          <a:ea typeface="Calibri"/>
                          <a:cs typeface="Calibri"/>
                          <a:sym typeface="Calibri"/>
                        </a:rPr>
                        <a:t>0821 - 2481523</a:t>
                      </a:r>
                      <a:endParaRPr sz="1900">
                        <a:latin typeface="Calibri"/>
                        <a:ea typeface="Calibri"/>
                        <a:cs typeface="Calibri"/>
                        <a:sym typeface="Calibri"/>
                      </a:endParaRPr>
                    </a:p>
                  </a:txBody>
                  <a:tcPr marT="91425" marB="91425" marR="91425" marL="91425"/>
                </a:tc>
              </a:tr>
              <a:tr h="381000">
                <a:tc>
                  <a:txBody>
                    <a:bodyPr/>
                    <a:lstStyle/>
                    <a:p>
                      <a:pPr indent="0" lvl="0" marL="0" rtl="0" algn="ctr">
                        <a:spcBef>
                          <a:spcPts val="0"/>
                        </a:spcBef>
                        <a:spcAft>
                          <a:spcPts val="0"/>
                        </a:spcAft>
                        <a:buNone/>
                      </a:pPr>
                      <a:r>
                        <a:rPr lang="en-US" sz="1900">
                          <a:latin typeface="Calibri"/>
                          <a:ea typeface="Calibri"/>
                          <a:cs typeface="Calibri"/>
                          <a:sym typeface="Calibri"/>
                        </a:rPr>
                        <a:t>3</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Hari</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CSE</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solidFill>
                            <a:schemeClr val="dk1"/>
                          </a:solidFill>
                          <a:latin typeface="Calibri"/>
                          <a:ea typeface="Calibri"/>
                          <a:cs typeface="Calibri"/>
                          <a:sym typeface="Calibri"/>
                        </a:rPr>
                        <a:t>Mr. Rao</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solidFill>
                            <a:schemeClr val="dk1"/>
                          </a:solidFill>
                          <a:latin typeface="Calibri"/>
                          <a:ea typeface="Calibri"/>
                          <a:cs typeface="Calibri"/>
                          <a:sym typeface="Calibri"/>
                        </a:rPr>
                        <a:t>0821 - 2481523</a:t>
                      </a:r>
                      <a:endParaRPr sz="1900">
                        <a:latin typeface="Calibri"/>
                        <a:ea typeface="Calibri"/>
                        <a:cs typeface="Calibri"/>
                        <a:sym typeface="Calibri"/>
                      </a:endParaRPr>
                    </a:p>
                  </a:txBody>
                  <a:tcPr marT="91425" marB="91425" marR="91425" marL="91425"/>
                </a:tc>
              </a:tr>
              <a:tr h="381000">
                <a:tc>
                  <a:txBody>
                    <a:bodyPr/>
                    <a:lstStyle/>
                    <a:p>
                      <a:pPr indent="0" lvl="0" marL="0" rtl="0" algn="ctr">
                        <a:spcBef>
                          <a:spcPts val="0"/>
                        </a:spcBef>
                        <a:spcAft>
                          <a:spcPts val="0"/>
                        </a:spcAft>
                        <a:buNone/>
                      </a:pPr>
                      <a:r>
                        <a:rPr lang="en-US" sz="1900">
                          <a:latin typeface="Calibri"/>
                          <a:ea typeface="Calibri"/>
                          <a:cs typeface="Calibri"/>
                          <a:sym typeface="Calibri"/>
                        </a:rPr>
                        <a:t>4</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Lakshmi</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CSE</a:t>
                      </a:r>
                      <a:endParaRPr sz="1900">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900">
                          <a:solidFill>
                            <a:schemeClr val="dk1"/>
                          </a:solidFill>
                          <a:latin typeface="Calibri"/>
                          <a:ea typeface="Calibri"/>
                          <a:cs typeface="Calibri"/>
                          <a:sym typeface="Calibri"/>
                        </a:rPr>
                        <a:t>Mr. Rao</a:t>
                      </a:r>
                      <a:endParaRPr sz="1900">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900">
                          <a:solidFill>
                            <a:schemeClr val="dk1"/>
                          </a:solidFill>
                          <a:latin typeface="Calibri"/>
                          <a:ea typeface="Calibri"/>
                          <a:cs typeface="Calibri"/>
                          <a:sym typeface="Calibri"/>
                        </a:rPr>
                        <a:t>0821 - 2481523</a:t>
                      </a:r>
                      <a:endParaRPr sz="1900">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sz="1900">
                          <a:latin typeface="Calibri"/>
                          <a:ea typeface="Calibri"/>
                          <a:cs typeface="Calibri"/>
                          <a:sym typeface="Calibri"/>
                        </a:rPr>
                        <a:t>5</a:t>
                      </a:r>
                      <a:endParaRPr sz="19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900">
                          <a:latin typeface="Calibri"/>
                          <a:ea typeface="Calibri"/>
                          <a:cs typeface="Calibri"/>
                          <a:sym typeface="Calibri"/>
                        </a:rPr>
                        <a:t>Geeta</a:t>
                      </a:r>
                      <a:endParaRPr sz="1900">
                        <a:latin typeface="Calibri"/>
                        <a:ea typeface="Calibri"/>
                        <a:cs typeface="Calibri"/>
                        <a:sym typeface="Calibri"/>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US" sz="1900">
                          <a:latin typeface="Calibri"/>
                          <a:ea typeface="Calibri"/>
                          <a:cs typeface="Calibri"/>
                          <a:sym typeface="Calibri"/>
                        </a:rPr>
                        <a:t>CSE</a:t>
                      </a:r>
                      <a:endParaRPr sz="1900">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900">
                          <a:solidFill>
                            <a:schemeClr val="dk1"/>
                          </a:solidFill>
                          <a:latin typeface="Calibri"/>
                          <a:ea typeface="Calibri"/>
                          <a:cs typeface="Calibri"/>
                          <a:sym typeface="Calibri"/>
                        </a:rPr>
                        <a:t>Mr. Rao</a:t>
                      </a:r>
                      <a:endParaRPr sz="1900">
                        <a:solidFill>
                          <a:schemeClr val="dk1"/>
                        </a:solidFill>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900">
                          <a:solidFill>
                            <a:schemeClr val="dk1"/>
                          </a:solidFill>
                          <a:latin typeface="Calibri"/>
                          <a:ea typeface="Calibri"/>
                          <a:cs typeface="Calibri"/>
                          <a:sym typeface="Calibri"/>
                        </a:rPr>
                        <a:t>0821 - 2481523</a:t>
                      </a:r>
                      <a:endParaRPr sz="1900">
                        <a:solidFill>
                          <a:schemeClr val="dk1"/>
                        </a:solidFill>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36" name="Google Shape;236;g283a0ad4a90_0_179"/>
          <p:cNvSpPr txBox="1"/>
          <p:nvPr>
            <p:ph type="title"/>
          </p:nvPr>
        </p:nvSpPr>
        <p:spPr>
          <a:xfrm>
            <a:off x="486825" y="377275"/>
            <a:ext cx="10287000" cy="11892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accent1"/>
              </a:buClr>
              <a:buSzPts val="4000"/>
              <a:buFont typeface="Quattrocento Sans"/>
              <a:buNone/>
            </a:pPr>
            <a:r>
              <a:rPr lang="en-US"/>
              <a:t>Updation</a:t>
            </a:r>
            <a:r>
              <a:rPr lang="en-US"/>
              <a:t> Anomaly</a:t>
            </a:r>
            <a:endParaRPr/>
          </a:p>
        </p:txBody>
      </p:sp>
      <p:sp>
        <p:nvSpPr>
          <p:cNvPr id="237" name="Google Shape;237;g283a0ad4a90_0_179"/>
          <p:cNvSpPr txBox="1"/>
          <p:nvPr/>
        </p:nvSpPr>
        <p:spPr>
          <a:xfrm>
            <a:off x="1313700" y="5097050"/>
            <a:ext cx="9925800" cy="6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100">
                <a:solidFill>
                  <a:srgbClr val="FF0000"/>
                </a:solidFill>
                <a:latin typeface="Quattrocento Sans"/>
                <a:ea typeface="Quattrocento Sans"/>
                <a:cs typeface="Quattrocento Sans"/>
                <a:sym typeface="Quattrocento Sans"/>
              </a:rPr>
              <a:t>If Mr.Rao gets changed to Dr Singh Then how many updates we need to do ??</a:t>
            </a:r>
            <a:endParaRPr b="1" sz="2100">
              <a:solidFill>
                <a:srgbClr val="FF0000"/>
              </a:solidFill>
              <a:latin typeface="Quattrocento Sans"/>
              <a:ea typeface="Quattrocento Sans"/>
              <a:cs typeface="Quattrocento Sans"/>
              <a:sym typeface="Quattrocento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283a0ad4a90_0_185"/>
          <p:cNvSpPr txBox="1"/>
          <p:nvPr>
            <p:ph type="title"/>
          </p:nvPr>
        </p:nvSpPr>
        <p:spPr>
          <a:xfrm>
            <a:off x="486825" y="377275"/>
            <a:ext cx="10287000" cy="11892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accent1"/>
              </a:buClr>
              <a:buSzPts val="4000"/>
              <a:buFont typeface="Quattrocento Sans"/>
              <a:buNone/>
            </a:pPr>
            <a:r>
              <a:rPr lang="en-US"/>
              <a:t>Solution : Split the Table</a:t>
            </a:r>
            <a:endParaRPr/>
          </a:p>
        </p:txBody>
      </p:sp>
      <p:graphicFrame>
        <p:nvGraphicFramePr>
          <p:cNvPr id="243" name="Google Shape;243;g283a0ad4a90_0_185"/>
          <p:cNvGraphicFramePr/>
          <p:nvPr/>
        </p:nvGraphicFramePr>
        <p:xfrm>
          <a:off x="867825" y="1452025"/>
          <a:ext cx="3000000" cy="3000000"/>
        </p:xfrm>
        <a:graphic>
          <a:graphicData uri="http://schemas.openxmlformats.org/drawingml/2006/table">
            <a:tbl>
              <a:tblPr>
                <a:noFill/>
                <a:tableStyleId>{86C3152C-73CA-4E43-9326-F6BD6996F63D}</a:tableStyleId>
              </a:tblPr>
              <a:tblGrid>
                <a:gridCol w="3429000"/>
                <a:gridCol w="3429000"/>
                <a:gridCol w="3429000"/>
              </a:tblGrid>
              <a:tr h="381000">
                <a:tc>
                  <a:txBody>
                    <a:bodyPr/>
                    <a:lstStyle/>
                    <a:p>
                      <a:pPr indent="0" lvl="0" marL="0" rtl="0" algn="ctr">
                        <a:spcBef>
                          <a:spcPts val="0"/>
                        </a:spcBef>
                        <a:spcAft>
                          <a:spcPts val="0"/>
                        </a:spcAft>
                        <a:buNone/>
                      </a:pPr>
                      <a:r>
                        <a:rPr b="1" lang="en-US" sz="1600"/>
                        <a:t>Roll Num</a:t>
                      </a:r>
                      <a:endParaRPr b="1"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US" sz="1600"/>
                        <a:t>Name</a:t>
                      </a:r>
                      <a:endParaRPr b="1"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US" sz="1600"/>
                        <a:t>Branch</a:t>
                      </a:r>
                      <a:endParaRPr b="1"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sz="1900">
                          <a:latin typeface="Calibri"/>
                          <a:ea typeface="Calibri"/>
                          <a:cs typeface="Calibri"/>
                          <a:sym typeface="Calibri"/>
                        </a:rPr>
                        <a:t>1</a:t>
                      </a:r>
                      <a:endParaRPr sz="1900">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900">
                          <a:latin typeface="Calibri"/>
                          <a:ea typeface="Calibri"/>
                          <a:cs typeface="Calibri"/>
                          <a:sym typeface="Calibri"/>
                        </a:rPr>
                        <a:t>Rama</a:t>
                      </a:r>
                      <a:endParaRPr sz="1900">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900">
                          <a:latin typeface="Calibri"/>
                          <a:ea typeface="Calibri"/>
                          <a:cs typeface="Calibri"/>
                          <a:sym typeface="Calibri"/>
                        </a:rPr>
                        <a:t>CSE</a:t>
                      </a:r>
                      <a:endParaRPr sz="1900">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sz="1900">
                          <a:latin typeface="Calibri"/>
                          <a:ea typeface="Calibri"/>
                          <a:cs typeface="Calibri"/>
                          <a:sym typeface="Calibri"/>
                        </a:rPr>
                        <a:t>2</a:t>
                      </a:r>
                      <a:endParaRPr sz="1900">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900">
                          <a:latin typeface="Calibri"/>
                          <a:ea typeface="Calibri"/>
                          <a:cs typeface="Calibri"/>
                          <a:sym typeface="Calibri"/>
                        </a:rPr>
                        <a:t>Krishna</a:t>
                      </a:r>
                      <a:endParaRPr sz="1900">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900">
                          <a:latin typeface="Calibri"/>
                          <a:ea typeface="Calibri"/>
                          <a:cs typeface="Calibri"/>
                          <a:sym typeface="Calibri"/>
                        </a:rPr>
                        <a:t>CSE</a:t>
                      </a:r>
                      <a:endParaRPr sz="1900">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sz="1900">
                          <a:latin typeface="Calibri"/>
                          <a:ea typeface="Calibri"/>
                          <a:cs typeface="Calibri"/>
                          <a:sym typeface="Calibri"/>
                        </a:rPr>
                        <a:t>3</a:t>
                      </a:r>
                      <a:endParaRPr sz="1900">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900">
                          <a:latin typeface="Calibri"/>
                          <a:ea typeface="Calibri"/>
                          <a:cs typeface="Calibri"/>
                          <a:sym typeface="Calibri"/>
                        </a:rPr>
                        <a:t>Hari</a:t>
                      </a:r>
                      <a:endParaRPr sz="1900">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900">
                          <a:latin typeface="Calibri"/>
                          <a:ea typeface="Calibri"/>
                          <a:cs typeface="Calibri"/>
                          <a:sym typeface="Calibri"/>
                        </a:rPr>
                        <a:t>CSE</a:t>
                      </a:r>
                      <a:endParaRPr sz="1900">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sz="1900">
                          <a:latin typeface="Calibri"/>
                          <a:ea typeface="Calibri"/>
                          <a:cs typeface="Calibri"/>
                          <a:sym typeface="Calibri"/>
                        </a:rPr>
                        <a:t>4</a:t>
                      </a:r>
                      <a:endParaRPr sz="1900">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900">
                          <a:latin typeface="Calibri"/>
                          <a:ea typeface="Calibri"/>
                          <a:cs typeface="Calibri"/>
                          <a:sym typeface="Calibri"/>
                        </a:rPr>
                        <a:t>Lakshmi</a:t>
                      </a:r>
                      <a:endParaRPr sz="1900">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900">
                          <a:latin typeface="Calibri"/>
                          <a:ea typeface="Calibri"/>
                          <a:cs typeface="Calibri"/>
                          <a:sym typeface="Calibri"/>
                        </a:rPr>
                        <a:t>CSE</a:t>
                      </a:r>
                      <a:endParaRPr sz="1900">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244" name="Google Shape;244;g283a0ad4a90_0_185"/>
          <p:cNvGraphicFramePr/>
          <p:nvPr/>
        </p:nvGraphicFramePr>
        <p:xfrm>
          <a:off x="952500" y="4572000"/>
          <a:ext cx="3000000" cy="3000000"/>
        </p:xfrm>
        <a:graphic>
          <a:graphicData uri="http://schemas.openxmlformats.org/drawingml/2006/table">
            <a:tbl>
              <a:tblPr>
                <a:noFill/>
                <a:tableStyleId>{86C3152C-73CA-4E43-9326-F6BD6996F63D}</a:tableStyleId>
              </a:tblPr>
              <a:tblGrid>
                <a:gridCol w="3429000"/>
                <a:gridCol w="3429000"/>
                <a:gridCol w="3429000"/>
              </a:tblGrid>
              <a:tr h="381000">
                <a:tc>
                  <a:txBody>
                    <a:bodyPr/>
                    <a:lstStyle/>
                    <a:p>
                      <a:pPr indent="0" lvl="0" marL="0" rtl="0" algn="ctr">
                        <a:spcBef>
                          <a:spcPts val="0"/>
                        </a:spcBef>
                        <a:spcAft>
                          <a:spcPts val="0"/>
                        </a:spcAft>
                        <a:buNone/>
                      </a:pPr>
                      <a:r>
                        <a:rPr b="1" lang="en-US" sz="1600"/>
                        <a:t>Branch</a:t>
                      </a:r>
                      <a:endParaRPr b="1"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US" sz="1600"/>
                        <a:t>HoD</a:t>
                      </a:r>
                      <a:endParaRPr b="1"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US" sz="1600"/>
                        <a:t>Office Num</a:t>
                      </a:r>
                      <a:endParaRPr b="1"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sz="1900">
                          <a:latin typeface="Calibri"/>
                          <a:ea typeface="Calibri"/>
                          <a:cs typeface="Calibri"/>
                          <a:sym typeface="Calibri"/>
                        </a:rPr>
                        <a:t>CSE</a:t>
                      </a:r>
                      <a:endParaRPr sz="1900">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900">
                          <a:latin typeface="Calibri"/>
                          <a:ea typeface="Calibri"/>
                          <a:cs typeface="Calibri"/>
                          <a:sym typeface="Calibri"/>
                        </a:rPr>
                        <a:t>Mr Rao</a:t>
                      </a:r>
                      <a:endParaRPr sz="1900">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900">
                          <a:latin typeface="Calibri"/>
                          <a:ea typeface="Calibri"/>
                          <a:cs typeface="Calibri"/>
                          <a:sym typeface="Calibri"/>
                        </a:rPr>
                        <a:t>0821 - 2481543</a:t>
                      </a:r>
                      <a:endParaRPr sz="1900">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sz="1900">
                          <a:latin typeface="Calibri"/>
                          <a:ea typeface="Calibri"/>
                          <a:cs typeface="Calibri"/>
                          <a:sym typeface="Calibri"/>
                        </a:rPr>
                        <a:t>ECE</a:t>
                      </a:r>
                      <a:endParaRPr sz="1900">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900">
                          <a:latin typeface="Calibri"/>
                          <a:ea typeface="Calibri"/>
                          <a:cs typeface="Calibri"/>
                          <a:sym typeface="Calibri"/>
                        </a:rPr>
                        <a:t>Dr Swami</a:t>
                      </a:r>
                      <a:endParaRPr sz="1900">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900">
                          <a:latin typeface="Calibri"/>
                          <a:ea typeface="Calibri"/>
                          <a:cs typeface="Calibri"/>
                          <a:sym typeface="Calibri"/>
                        </a:rPr>
                        <a:t>0821 - 2481544</a:t>
                      </a:r>
                      <a:endParaRPr sz="1900">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45" name="Google Shape;245;g283a0ad4a90_0_185"/>
          <p:cNvSpPr txBox="1"/>
          <p:nvPr/>
        </p:nvSpPr>
        <p:spPr>
          <a:xfrm>
            <a:off x="2490525" y="3880500"/>
            <a:ext cx="6279600" cy="69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100">
                <a:solidFill>
                  <a:srgbClr val="FF0000"/>
                </a:solidFill>
                <a:latin typeface="Quattrocento Sans"/>
                <a:ea typeface="Quattrocento Sans"/>
                <a:cs typeface="Quattrocento Sans"/>
                <a:sym typeface="Quattrocento Sans"/>
              </a:rPr>
              <a:t>Student Table</a:t>
            </a:r>
            <a:endParaRPr b="1" sz="2100">
              <a:solidFill>
                <a:srgbClr val="FF0000"/>
              </a:solidFill>
              <a:latin typeface="Quattrocento Sans"/>
              <a:ea typeface="Quattrocento Sans"/>
              <a:cs typeface="Quattrocento Sans"/>
              <a:sym typeface="Quattrocento Sans"/>
            </a:endParaRPr>
          </a:p>
        </p:txBody>
      </p:sp>
      <p:sp>
        <p:nvSpPr>
          <p:cNvPr id="246" name="Google Shape;246;g283a0ad4a90_0_185"/>
          <p:cNvSpPr txBox="1"/>
          <p:nvPr/>
        </p:nvSpPr>
        <p:spPr>
          <a:xfrm>
            <a:off x="2572375" y="6019675"/>
            <a:ext cx="6279600" cy="69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100">
                <a:solidFill>
                  <a:srgbClr val="FF0000"/>
                </a:solidFill>
                <a:latin typeface="Quattrocento Sans"/>
                <a:ea typeface="Quattrocento Sans"/>
                <a:cs typeface="Quattrocento Sans"/>
                <a:sym typeface="Quattrocento Sans"/>
              </a:rPr>
              <a:t>Department</a:t>
            </a:r>
            <a:r>
              <a:rPr b="1" lang="en-US" sz="2100">
                <a:solidFill>
                  <a:srgbClr val="FF0000"/>
                </a:solidFill>
                <a:latin typeface="Quattrocento Sans"/>
                <a:ea typeface="Quattrocento Sans"/>
                <a:cs typeface="Quattrocento Sans"/>
                <a:sym typeface="Quattrocento Sans"/>
              </a:rPr>
              <a:t> Table</a:t>
            </a:r>
            <a:endParaRPr b="1" sz="2100">
              <a:solidFill>
                <a:srgbClr val="FF0000"/>
              </a:solidFill>
              <a:latin typeface="Quattrocento Sans"/>
              <a:ea typeface="Quattrocento Sans"/>
              <a:cs typeface="Quattrocento Sans"/>
              <a:sym typeface="Quattrocento Sans"/>
            </a:endParaRPr>
          </a:p>
        </p:txBody>
      </p:sp>
      <p:sp>
        <p:nvSpPr>
          <p:cNvPr id="247" name="Google Shape;247;g283a0ad4a90_0_185"/>
          <p:cNvSpPr txBox="1"/>
          <p:nvPr/>
        </p:nvSpPr>
        <p:spPr>
          <a:xfrm>
            <a:off x="5448250" y="4222150"/>
            <a:ext cx="6771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Quattrocento Sans"/>
              <a:ea typeface="Quattrocento Sans"/>
              <a:cs typeface="Quattrocento Sans"/>
              <a:sym typeface="Quattrocento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graphicFrame>
        <p:nvGraphicFramePr>
          <p:cNvPr id="252" name="Google Shape;252;g283a0ad4a90_0_211"/>
          <p:cNvGraphicFramePr/>
          <p:nvPr/>
        </p:nvGraphicFramePr>
        <p:xfrm>
          <a:off x="952500" y="1524000"/>
          <a:ext cx="3000000" cy="3000000"/>
        </p:xfrm>
        <a:graphic>
          <a:graphicData uri="http://schemas.openxmlformats.org/drawingml/2006/table">
            <a:tbl>
              <a:tblPr>
                <a:noFill/>
                <a:tableStyleId>{86C3152C-73CA-4E43-9326-F6BD6996F63D}</a:tableStyleId>
              </a:tblPr>
              <a:tblGrid>
                <a:gridCol w="1116550"/>
                <a:gridCol w="1356400"/>
                <a:gridCol w="1427000"/>
                <a:gridCol w="1243550"/>
                <a:gridCol w="1356425"/>
                <a:gridCol w="1215325"/>
                <a:gridCol w="1285875"/>
                <a:gridCol w="1285875"/>
              </a:tblGrid>
              <a:tr h="381000">
                <a:tc>
                  <a:txBody>
                    <a:bodyPr/>
                    <a:lstStyle/>
                    <a:p>
                      <a:pPr indent="0" lvl="0" marL="0" rtl="0" algn="ctr">
                        <a:spcBef>
                          <a:spcPts val="0"/>
                        </a:spcBef>
                        <a:spcAft>
                          <a:spcPts val="0"/>
                        </a:spcAft>
                        <a:buNone/>
                      </a:pPr>
                      <a:r>
                        <a:rPr b="1" lang="en-US"/>
                        <a:t>date</a:t>
                      </a:r>
                      <a:endParaRPr b="1"/>
                    </a:p>
                  </a:txBody>
                  <a:tcPr marT="91425" marB="91425" marR="91425" marL="91425"/>
                </a:tc>
                <a:tc>
                  <a:txBody>
                    <a:bodyPr/>
                    <a:lstStyle/>
                    <a:p>
                      <a:pPr indent="0" lvl="0" marL="0" rtl="0" algn="ctr">
                        <a:spcBef>
                          <a:spcPts val="0"/>
                        </a:spcBef>
                        <a:spcAft>
                          <a:spcPts val="0"/>
                        </a:spcAft>
                        <a:buNone/>
                      </a:pPr>
                      <a:r>
                        <a:rPr b="1" lang="en-US"/>
                        <a:t>item_name</a:t>
                      </a:r>
                      <a:endParaRPr b="1"/>
                    </a:p>
                  </a:txBody>
                  <a:tcPr marT="91425" marB="91425" marR="91425" marL="91425"/>
                </a:tc>
                <a:tc>
                  <a:txBody>
                    <a:bodyPr/>
                    <a:lstStyle/>
                    <a:p>
                      <a:pPr indent="0" lvl="0" marL="0" rtl="0" algn="ctr">
                        <a:spcBef>
                          <a:spcPts val="0"/>
                        </a:spcBef>
                        <a:spcAft>
                          <a:spcPts val="0"/>
                        </a:spcAft>
                        <a:buNone/>
                      </a:pPr>
                      <a:r>
                        <a:rPr b="1" lang="en-US"/>
                        <a:t>item_category</a:t>
                      </a:r>
                      <a:endParaRPr b="1"/>
                    </a:p>
                  </a:txBody>
                  <a:tcPr marT="91425" marB="91425" marR="91425" marL="91425"/>
                </a:tc>
                <a:tc>
                  <a:txBody>
                    <a:bodyPr/>
                    <a:lstStyle/>
                    <a:p>
                      <a:pPr indent="0" lvl="0" marL="0" rtl="0" algn="ctr">
                        <a:spcBef>
                          <a:spcPts val="0"/>
                        </a:spcBef>
                        <a:spcAft>
                          <a:spcPts val="0"/>
                        </a:spcAft>
                        <a:buNone/>
                      </a:pPr>
                      <a:r>
                        <a:rPr b="1" lang="en-US"/>
                        <a:t>cost_per_kg</a:t>
                      </a:r>
                      <a:endParaRPr b="1"/>
                    </a:p>
                  </a:txBody>
                  <a:tcPr marT="91425" marB="91425" marR="91425" marL="91425"/>
                </a:tc>
                <a:tc>
                  <a:txBody>
                    <a:bodyPr/>
                    <a:lstStyle/>
                    <a:p>
                      <a:pPr indent="0" lvl="0" marL="0" rtl="0" algn="ctr">
                        <a:spcBef>
                          <a:spcPts val="0"/>
                        </a:spcBef>
                        <a:spcAft>
                          <a:spcPts val="0"/>
                        </a:spcAft>
                        <a:buNone/>
                      </a:pPr>
                      <a:r>
                        <a:rPr b="1" lang="en-US"/>
                        <a:t>order_weight</a:t>
                      </a:r>
                      <a:endParaRPr b="1"/>
                    </a:p>
                  </a:txBody>
                  <a:tcPr marT="91425" marB="91425" marR="91425" marL="91425"/>
                </a:tc>
                <a:tc>
                  <a:txBody>
                    <a:bodyPr/>
                    <a:lstStyle/>
                    <a:p>
                      <a:pPr indent="0" lvl="0" marL="0" rtl="0" algn="ctr">
                        <a:spcBef>
                          <a:spcPts val="0"/>
                        </a:spcBef>
                        <a:spcAft>
                          <a:spcPts val="0"/>
                        </a:spcAft>
                        <a:buNone/>
                      </a:pPr>
                      <a:r>
                        <a:rPr b="1" lang="en-US"/>
                        <a:t>cust_name</a:t>
                      </a:r>
                      <a:endParaRPr b="1"/>
                    </a:p>
                  </a:txBody>
                  <a:tcPr marT="91425" marB="91425" marR="91425" marL="91425"/>
                </a:tc>
                <a:tc>
                  <a:txBody>
                    <a:bodyPr/>
                    <a:lstStyle/>
                    <a:p>
                      <a:pPr indent="0" lvl="0" marL="0" rtl="0" algn="ctr">
                        <a:spcBef>
                          <a:spcPts val="0"/>
                        </a:spcBef>
                        <a:spcAft>
                          <a:spcPts val="0"/>
                        </a:spcAft>
                        <a:buNone/>
                      </a:pPr>
                      <a:r>
                        <a:rPr b="1" lang="en-US"/>
                        <a:t>email_id</a:t>
                      </a:r>
                      <a:endParaRPr b="1"/>
                    </a:p>
                  </a:txBody>
                  <a:tcPr marT="91425" marB="91425" marR="91425" marL="91425"/>
                </a:tc>
                <a:tc>
                  <a:txBody>
                    <a:bodyPr/>
                    <a:lstStyle/>
                    <a:p>
                      <a:pPr indent="0" lvl="0" marL="0" rtl="0" algn="ctr">
                        <a:spcBef>
                          <a:spcPts val="0"/>
                        </a:spcBef>
                        <a:spcAft>
                          <a:spcPts val="0"/>
                        </a:spcAft>
                        <a:buNone/>
                      </a:pPr>
                      <a:r>
                        <a:rPr b="1" lang="en-US"/>
                        <a:t>address</a:t>
                      </a:r>
                      <a:endParaRPr b="1"/>
                    </a:p>
                  </a:txBody>
                  <a:tcPr marT="91425" marB="91425" marR="91425" marL="91425"/>
                </a:tc>
              </a:tr>
              <a:tr h="381000">
                <a:tc>
                  <a:txBody>
                    <a:bodyPr/>
                    <a:lstStyle/>
                    <a:p>
                      <a:pPr indent="0" lvl="0" marL="0" rtl="0" algn="l">
                        <a:spcBef>
                          <a:spcPts val="0"/>
                        </a:spcBef>
                        <a:spcAft>
                          <a:spcPts val="0"/>
                        </a:spcAft>
                        <a:buNone/>
                      </a:pPr>
                      <a:r>
                        <a:rPr lang="en-US"/>
                        <a:t>1/1/2020</a:t>
                      </a:r>
                      <a:endParaRPr/>
                    </a:p>
                  </a:txBody>
                  <a:tcPr marT="91425" marB="91425" marR="91425" marL="91425"/>
                </a:tc>
                <a:tc>
                  <a:txBody>
                    <a:bodyPr/>
                    <a:lstStyle/>
                    <a:p>
                      <a:pPr indent="0" lvl="0" marL="0" rtl="0" algn="l">
                        <a:spcBef>
                          <a:spcPts val="0"/>
                        </a:spcBef>
                        <a:spcAft>
                          <a:spcPts val="0"/>
                        </a:spcAft>
                        <a:buNone/>
                      </a:pPr>
                      <a:r>
                        <a:rPr lang="en-US"/>
                        <a:t>apple</a:t>
                      </a:r>
                      <a:endParaRPr/>
                    </a:p>
                  </a:txBody>
                  <a:tcPr marT="91425" marB="91425" marR="91425" marL="91425"/>
                </a:tc>
                <a:tc>
                  <a:txBody>
                    <a:bodyPr/>
                    <a:lstStyle/>
                    <a:p>
                      <a:pPr indent="0" lvl="0" marL="0" rtl="0" algn="l">
                        <a:spcBef>
                          <a:spcPts val="0"/>
                        </a:spcBef>
                        <a:spcAft>
                          <a:spcPts val="0"/>
                        </a:spcAft>
                        <a:buNone/>
                      </a:pPr>
                      <a:r>
                        <a:rPr lang="en-US"/>
                        <a:t>fruit</a:t>
                      </a:r>
                      <a:endParaRPr/>
                    </a:p>
                  </a:txBody>
                  <a:tcPr marT="91425" marB="91425" marR="91425" marL="91425"/>
                </a:tc>
                <a:tc>
                  <a:txBody>
                    <a:bodyPr/>
                    <a:lstStyle/>
                    <a:p>
                      <a:pPr indent="0" lvl="0" marL="0" rtl="0" algn="l">
                        <a:spcBef>
                          <a:spcPts val="0"/>
                        </a:spcBef>
                        <a:spcAft>
                          <a:spcPts val="0"/>
                        </a:spcAft>
                        <a:buNone/>
                      </a:pPr>
                      <a:r>
                        <a:rPr lang="en-US"/>
                        <a:t>80</a:t>
                      </a:r>
                      <a:endParaRPr/>
                    </a:p>
                  </a:txBody>
                  <a:tcPr marT="91425" marB="91425" marR="91425" marL="91425"/>
                </a:tc>
                <a:tc>
                  <a:txBody>
                    <a:bodyPr/>
                    <a:lstStyle/>
                    <a:p>
                      <a:pPr indent="0" lvl="0" marL="0" rtl="0" algn="l">
                        <a:spcBef>
                          <a:spcPts val="0"/>
                        </a:spcBef>
                        <a:spcAft>
                          <a:spcPts val="0"/>
                        </a:spcAft>
                        <a:buNone/>
                      </a:pPr>
                      <a:r>
                        <a:rPr lang="en-US"/>
                        <a:t>0.78</a:t>
                      </a:r>
                      <a:endParaRPr/>
                    </a:p>
                  </a:txBody>
                  <a:tcPr marT="91425" marB="91425" marR="91425" marL="91425"/>
                </a:tc>
                <a:tc>
                  <a:txBody>
                    <a:bodyPr/>
                    <a:lstStyle/>
                    <a:p>
                      <a:pPr indent="0" lvl="0" marL="0" rtl="0" algn="l">
                        <a:spcBef>
                          <a:spcPts val="0"/>
                        </a:spcBef>
                        <a:spcAft>
                          <a:spcPts val="0"/>
                        </a:spcAft>
                        <a:buNone/>
                      </a:pPr>
                      <a:r>
                        <a:rPr lang="en-US"/>
                        <a:t>rama</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123@abc.in</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21,mysore</a:t>
                      </a:r>
                      <a:endParaRPr/>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1/1/2020</a:t>
                      </a:r>
                      <a:endParaRPr/>
                    </a:p>
                  </a:txBody>
                  <a:tcPr marT="91425" marB="91425" marR="91425" marL="91425"/>
                </a:tc>
                <a:tc>
                  <a:txBody>
                    <a:bodyPr/>
                    <a:lstStyle/>
                    <a:p>
                      <a:pPr indent="0" lvl="0" marL="0" rtl="0" algn="l">
                        <a:spcBef>
                          <a:spcPts val="0"/>
                        </a:spcBef>
                        <a:spcAft>
                          <a:spcPts val="0"/>
                        </a:spcAft>
                        <a:buNone/>
                      </a:pPr>
                      <a:r>
                        <a:rPr lang="en-US"/>
                        <a:t>orange</a:t>
                      </a:r>
                      <a:endParaRPr/>
                    </a:p>
                  </a:txBody>
                  <a:tcPr marT="91425" marB="91425" marR="91425" marL="91425"/>
                </a:tc>
                <a:tc>
                  <a:txBody>
                    <a:bodyPr/>
                    <a:lstStyle/>
                    <a:p>
                      <a:pPr indent="0" lvl="0" marL="0" rtl="0" algn="l">
                        <a:spcBef>
                          <a:spcPts val="0"/>
                        </a:spcBef>
                        <a:spcAft>
                          <a:spcPts val="0"/>
                        </a:spcAft>
                        <a:buNone/>
                      </a:pPr>
                      <a:r>
                        <a:rPr lang="en-US"/>
                        <a:t>fruit</a:t>
                      </a:r>
                      <a:endParaRPr/>
                    </a:p>
                  </a:txBody>
                  <a:tcPr marT="91425" marB="91425" marR="91425" marL="91425"/>
                </a:tc>
                <a:tc>
                  <a:txBody>
                    <a:bodyPr/>
                    <a:lstStyle/>
                    <a:p>
                      <a:pPr indent="0" lvl="0" marL="0" rtl="0" algn="l">
                        <a:spcBef>
                          <a:spcPts val="0"/>
                        </a:spcBef>
                        <a:spcAft>
                          <a:spcPts val="0"/>
                        </a:spcAft>
                        <a:buNone/>
                      </a:pPr>
                      <a:r>
                        <a:rPr lang="en-US"/>
                        <a:t>45</a:t>
                      </a:r>
                      <a:endParaRPr/>
                    </a:p>
                  </a:txBody>
                  <a:tcPr marT="91425" marB="91425" marR="91425" marL="91425"/>
                </a:tc>
                <a:tc>
                  <a:txBody>
                    <a:bodyPr/>
                    <a:lstStyle/>
                    <a:p>
                      <a:pPr indent="0" lvl="0" marL="0" rtl="0" algn="l">
                        <a:spcBef>
                          <a:spcPts val="0"/>
                        </a:spcBef>
                        <a:spcAft>
                          <a:spcPts val="0"/>
                        </a:spcAft>
                        <a:buNone/>
                      </a:pPr>
                      <a:r>
                        <a:rPr lang="en-US"/>
                        <a:t>0.67</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US"/>
                        <a:t>rama</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123@abc.in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21,mysore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1/1/2020</a:t>
                      </a:r>
                      <a:endParaRPr/>
                    </a:p>
                  </a:txBody>
                  <a:tcPr marT="91425" marB="91425" marR="91425" marL="91425"/>
                </a:tc>
                <a:tc>
                  <a:txBody>
                    <a:bodyPr/>
                    <a:lstStyle/>
                    <a:p>
                      <a:pPr indent="0" lvl="0" marL="0" rtl="0" algn="l">
                        <a:spcBef>
                          <a:spcPts val="0"/>
                        </a:spcBef>
                        <a:spcAft>
                          <a:spcPts val="0"/>
                        </a:spcAft>
                        <a:buNone/>
                      </a:pPr>
                      <a:r>
                        <a:rPr lang="en-US"/>
                        <a:t>onion</a:t>
                      </a:r>
                      <a:endParaRPr/>
                    </a:p>
                  </a:txBody>
                  <a:tcPr marT="91425" marB="91425" marR="91425" marL="91425"/>
                </a:tc>
                <a:tc>
                  <a:txBody>
                    <a:bodyPr/>
                    <a:lstStyle/>
                    <a:p>
                      <a:pPr indent="0" lvl="0" marL="0" rtl="0" algn="l">
                        <a:spcBef>
                          <a:spcPts val="0"/>
                        </a:spcBef>
                        <a:spcAft>
                          <a:spcPts val="0"/>
                        </a:spcAft>
                        <a:buNone/>
                      </a:pPr>
                      <a:r>
                        <a:rPr lang="en-US"/>
                        <a:t>vegetable</a:t>
                      </a:r>
                      <a:endParaRPr/>
                    </a:p>
                  </a:txBody>
                  <a:tcPr marT="91425" marB="91425" marR="91425" marL="91425"/>
                </a:tc>
                <a:tc>
                  <a:txBody>
                    <a:bodyPr/>
                    <a:lstStyle/>
                    <a:p>
                      <a:pPr indent="0" lvl="0" marL="0" rtl="0" algn="l">
                        <a:spcBef>
                          <a:spcPts val="0"/>
                        </a:spcBef>
                        <a:spcAft>
                          <a:spcPts val="0"/>
                        </a:spcAft>
                        <a:buNone/>
                      </a:pPr>
                      <a:r>
                        <a:rPr lang="en-US"/>
                        <a:t>20</a:t>
                      </a:r>
                      <a:endParaRPr/>
                    </a:p>
                  </a:txBody>
                  <a:tcPr marT="91425" marB="91425" marR="91425" marL="91425"/>
                </a:tc>
                <a:tc>
                  <a:txBody>
                    <a:bodyPr/>
                    <a:lstStyle/>
                    <a:p>
                      <a:pPr indent="0" lvl="0" marL="0" rtl="0" algn="l">
                        <a:spcBef>
                          <a:spcPts val="0"/>
                        </a:spcBef>
                        <a:spcAft>
                          <a:spcPts val="0"/>
                        </a:spcAft>
                        <a:buNone/>
                      </a:pPr>
                      <a:r>
                        <a:rPr lang="en-US"/>
                        <a:t>0.88</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US"/>
                        <a:t>rama</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123@abc.in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21,mysore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1/1/2020</a:t>
                      </a:r>
                      <a:endParaRPr/>
                    </a:p>
                  </a:txBody>
                  <a:tcPr marT="91425" marB="91425" marR="91425" marL="91425"/>
                </a:tc>
                <a:tc>
                  <a:txBody>
                    <a:bodyPr/>
                    <a:lstStyle/>
                    <a:p>
                      <a:pPr indent="0" lvl="0" marL="0" rtl="0" algn="l">
                        <a:spcBef>
                          <a:spcPts val="0"/>
                        </a:spcBef>
                        <a:spcAft>
                          <a:spcPts val="0"/>
                        </a:spcAft>
                        <a:buNone/>
                      </a:pPr>
                      <a:r>
                        <a:rPr lang="en-US"/>
                        <a:t>palak</a:t>
                      </a:r>
                      <a:endParaRPr/>
                    </a:p>
                  </a:txBody>
                  <a:tcPr marT="91425" marB="91425" marR="91425" marL="91425"/>
                </a:tc>
                <a:tc>
                  <a:txBody>
                    <a:bodyPr/>
                    <a:lstStyle/>
                    <a:p>
                      <a:pPr indent="0" lvl="0" marL="0" rtl="0" algn="l">
                        <a:spcBef>
                          <a:spcPts val="0"/>
                        </a:spcBef>
                        <a:spcAft>
                          <a:spcPts val="0"/>
                        </a:spcAft>
                        <a:buNone/>
                      </a:pPr>
                      <a:r>
                        <a:rPr lang="en-US"/>
                        <a:t>leafy</a:t>
                      </a:r>
                      <a:endParaRPr/>
                    </a:p>
                  </a:txBody>
                  <a:tcPr marT="91425" marB="91425" marR="91425" marL="91425"/>
                </a:tc>
                <a:tc>
                  <a:txBody>
                    <a:bodyPr/>
                    <a:lstStyle/>
                    <a:p>
                      <a:pPr indent="0" lvl="0" marL="0" rtl="0" algn="l">
                        <a:spcBef>
                          <a:spcPts val="0"/>
                        </a:spcBef>
                        <a:spcAft>
                          <a:spcPts val="0"/>
                        </a:spcAft>
                        <a:buNone/>
                      </a:pPr>
                      <a:r>
                        <a:rPr lang="en-US"/>
                        <a:t>10</a:t>
                      </a:r>
                      <a:endParaRPr/>
                    </a:p>
                  </a:txBody>
                  <a:tcPr marT="91425" marB="91425" marR="91425" marL="91425"/>
                </a:tc>
                <a:tc>
                  <a:txBody>
                    <a:bodyPr/>
                    <a:lstStyle/>
                    <a:p>
                      <a:pPr indent="0" lvl="0" marL="0" rtl="0" algn="l">
                        <a:spcBef>
                          <a:spcPts val="0"/>
                        </a:spcBef>
                        <a:spcAft>
                          <a:spcPts val="0"/>
                        </a:spcAft>
                        <a:buNone/>
                      </a:pPr>
                      <a:r>
                        <a:rPr lang="en-US"/>
                        <a:t>1</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US"/>
                        <a:t>rama</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123@abc.in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21,mysore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2/1/2020</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banana</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solidFill>
                            <a:schemeClr val="dk1"/>
                          </a:solidFill>
                        </a:rPr>
                        <a:t>fruit</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25</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0.45</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hari</a:t>
                      </a: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124@abc.in</a:t>
                      </a: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24,mysore</a:t>
                      </a: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2/1/2020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grapes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solidFill>
                            <a:schemeClr val="dk1"/>
                          </a:solidFill>
                        </a:rPr>
                        <a:t>fruit</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85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0.75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hari</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124@abc.in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24,mysore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2/1/2020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spinach</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solidFill>
                            <a:schemeClr val="dk1"/>
                          </a:solidFill>
                        </a:rPr>
                        <a:t>leafy</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20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hari</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124@abc.in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24,mysore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3/1/2020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orange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solidFill>
                            <a:schemeClr val="dk1"/>
                          </a:solidFill>
                        </a:rPr>
                        <a:t>fruit</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45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0.75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krishna</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125@abc.in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25,mysore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4/1/2020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banana</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solidFill>
                            <a:schemeClr val="dk1"/>
                          </a:solidFill>
                        </a:rPr>
                        <a:t>fruit</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25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0.8</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geeta</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126@abc.in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26,mysore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graphicFrame>
        <p:nvGraphicFramePr>
          <p:cNvPr id="257" name="Google Shape;257;g283a0ad4a90_0_215"/>
          <p:cNvGraphicFramePr/>
          <p:nvPr/>
        </p:nvGraphicFramePr>
        <p:xfrm>
          <a:off x="952500" y="228600"/>
          <a:ext cx="3000000" cy="3000000"/>
        </p:xfrm>
        <a:graphic>
          <a:graphicData uri="http://schemas.openxmlformats.org/drawingml/2006/table">
            <a:tbl>
              <a:tblPr>
                <a:noFill/>
                <a:tableStyleId>{86C3152C-73CA-4E43-9326-F6BD6996F63D}</a:tableStyleId>
              </a:tblPr>
              <a:tblGrid>
                <a:gridCol w="2571750"/>
                <a:gridCol w="2571750"/>
                <a:gridCol w="2571750"/>
                <a:gridCol w="2571750"/>
              </a:tblGrid>
              <a:tr h="381000">
                <a:tc>
                  <a:txBody>
                    <a:bodyPr/>
                    <a:lstStyle/>
                    <a:p>
                      <a:pPr indent="0" lvl="0" marL="0" rtl="0" algn="ctr">
                        <a:spcBef>
                          <a:spcPts val="0"/>
                        </a:spcBef>
                        <a:spcAft>
                          <a:spcPts val="0"/>
                        </a:spcAft>
                        <a:buNone/>
                      </a:pPr>
                      <a:r>
                        <a:rPr b="1" lang="en-US"/>
                        <a:t>cust_id</a:t>
                      </a:r>
                      <a:endParaRPr b="1"/>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US"/>
                        <a:t>cust_name</a:t>
                      </a:r>
                      <a:endParaRPr b="1"/>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US"/>
                        <a:t>email_id</a:t>
                      </a:r>
                      <a:endParaRPr b="1"/>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US"/>
                        <a:t>address</a:t>
                      </a:r>
                      <a:endParaRPr b="1"/>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a:t>101</a:t>
                      </a:r>
                      <a:endParaRPr/>
                    </a:p>
                  </a:txBody>
                  <a:tcPr marT="91425" marB="91425" marR="91425" marL="91425">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US"/>
                        <a:t>rama</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123@abc.in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21,mysore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a:t>102</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US"/>
                        <a:t>hari</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124@abc.in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24,mysore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a:t>103</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US"/>
                        <a:t>krishna</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125@abc.in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25,mysore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a:t>104</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US"/>
                        <a:t>geeta</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126@abc.in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26,mysore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58" name="Google Shape;258;g283a0ad4a90_0_215"/>
          <p:cNvSpPr txBox="1"/>
          <p:nvPr/>
        </p:nvSpPr>
        <p:spPr>
          <a:xfrm>
            <a:off x="2956200" y="2212575"/>
            <a:ext cx="6279600" cy="44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100">
                <a:solidFill>
                  <a:srgbClr val="FF0000"/>
                </a:solidFill>
                <a:latin typeface="Quattrocento Sans"/>
                <a:ea typeface="Quattrocento Sans"/>
                <a:cs typeface="Quattrocento Sans"/>
                <a:sym typeface="Quattrocento Sans"/>
              </a:rPr>
              <a:t>Customer</a:t>
            </a:r>
            <a:r>
              <a:rPr b="1" lang="en-US" sz="2100">
                <a:solidFill>
                  <a:srgbClr val="FF0000"/>
                </a:solidFill>
                <a:latin typeface="Quattrocento Sans"/>
                <a:ea typeface="Quattrocento Sans"/>
                <a:cs typeface="Quattrocento Sans"/>
                <a:sym typeface="Quattrocento Sans"/>
              </a:rPr>
              <a:t> Table</a:t>
            </a:r>
            <a:endParaRPr b="1" sz="2100">
              <a:solidFill>
                <a:srgbClr val="FF0000"/>
              </a:solidFill>
              <a:latin typeface="Quattrocento Sans"/>
              <a:ea typeface="Quattrocento Sans"/>
              <a:cs typeface="Quattrocento Sans"/>
              <a:sym typeface="Quattrocento Sans"/>
            </a:endParaRPr>
          </a:p>
        </p:txBody>
      </p:sp>
      <p:graphicFrame>
        <p:nvGraphicFramePr>
          <p:cNvPr id="259" name="Google Shape;259;g283a0ad4a90_0_215"/>
          <p:cNvGraphicFramePr/>
          <p:nvPr/>
        </p:nvGraphicFramePr>
        <p:xfrm>
          <a:off x="952500" y="2857500"/>
          <a:ext cx="3000000" cy="3000000"/>
        </p:xfrm>
        <a:graphic>
          <a:graphicData uri="http://schemas.openxmlformats.org/drawingml/2006/table">
            <a:tbl>
              <a:tblPr>
                <a:noFill/>
                <a:tableStyleId>{86C3152C-73CA-4E43-9326-F6BD6996F63D}</a:tableStyleId>
              </a:tblPr>
              <a:tblGrid>
                <a:gridCol w="2571750"/>
                <a:gridCol w="2571750"/>
                <a:gridCol w="2571750"/>
                <a:gridCol w="2571750"/>
              </a:tblGrid>
              <a:tr h="381000">
                <a:tc>
                  <a:txBody>
                    <a:bodyPr/>
                    <a:lstStyle/>
                    <a:p>
                      <a:pPr indent="0" lvl="0" marL="0" rtl="0" algn="ctr">
                        <a:spcBef>
                          <a:spcPts val="0"/>
                        </a:spcBef>
                        <a:spcAft>
                          <a:spcPts val="0"/>
                        </a:spcAft>
                        <a:buClr>
                          <a:schemeClr val="dk1"/>
                        </a:buClr>
                        <a:buSzPts val="1100"/>
                        <a:buFont typeface="Arial"/>
                        <a:buNone/>
                      </a:pPr>
                      <a:r>
                        <a:rPr b="1" lang="en-US">
                          <a:solidFill>
                            <a:schemeClr val="dk1"/>
                          </a:solidFill>
                        </a:rPr>
                        <a:t>item_id</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b="1" lang="en-US"/>
                        <a:t>item_name</a:t>
                      </a:r>
                      <a:endParaRPr b="1"/>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US"/>
                        <a:t>item_category</a:t>
                      </a:r>
                      <a:endParaRPr b="1"/>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US"/>
                        <a:t>cost_per_kg</a:t>
                      </a:r>
                      <a:endParaRPr b="1"/>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a:t>201</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US"/>
                        <a:t>apple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fruit</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80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a:t>202</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US"/>
                        <a:t>orange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fruit</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45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a:t>203</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US"/>
                        <a:t>onion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vegetable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20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a:t>204</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US"/>
                        <a:t>palak</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leafy</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10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a:t>205</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US"/>
                        <a:t>banana</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solidFill>
                            <a:schemeClr val="dk1"/>
                          </a:solidFill>
                        </a:rPr>
                        <a:t>fruit</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25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a:t>206</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US"/>
                        <a:t>grapes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solidFill>
                            <a:schemeClr val="dk1"/>
                          </a:solidFill>
                        </a:rPr>
                        <a:t>fruit</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85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a:t>207</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US"/>
                        <a:t>spinach</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solidFill>
                            <a:schemeClr val="dk1"/>
                          </a:solidFill>
                        </a:rPr>
                        <a:t>leafy</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20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60" name="Google Shape;260;g283a0ad4a90_0_215"/>
          <p:cNvSpPr txBox="1"/>
          <p:nvPr/>
        </p:nvSpPr>
        <p:spPr>
          <a:xfrm>
            <a:off x="2956200" y="6155425"/>
            <a:ext cx="6279600" cy="44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100">
                <a:solidFill>
                  <a:srgbClr val="FF0000"/>
                </a:solidFill>
                <a:latin typeface="Quattrocento Sans"/>
                <a:ea typeface="Quattrocento Sans"/>
                <a:cs typeface="Quattrocento Sans"/>
                <a:sym typeface="Quattrocento Sans"/>
              </a:rPr>
              <a:t>Item</a:t>
            </a:r>
            <a:r>
              <a:rPr b="1" lang="en-US" sz="2100">
                <a:solidFill>
                  <a:srgbClr val="FF0000"/>
                </a:solidFill>
                <a:latin typeface="Quattrocento Sans"/>
                <a:ea typeface="Quattrocento Sans"/>
                <a:cs typeface="Quattrocento Sans"/>
                <a:sym typeface="Quattrocento Sans"/>
              </a:rPr>
              <a:t> Table</a:t>
            </a:r>
            <a:endParaRPr b="1" sz="2100">
              <a:solidFill>
                <a:srgbClr val="FF0000"/>
              </a:solidFill>
              <a:latin typeface="Quattrocento Sans"/>
              <a:ea typeface="Quattrocento Sans"/>
              <a:cs typeface="Quattrocento Sans"/>
              <a:sym typeface="Quattrocento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graphicFrame>
        <p:nvGraphicFramePr>
          <p:cNvPr id="265" name="Google Shape;265;g283a0ad4a90_0_231"/>
          <p:cNvGraphicFramePr/>
          <p:nvPr/>
        </p:nvGraphicFramePr>
        <p:xfrm>
          <a:off x="952500" y="1524000"/>
          <a:ext cx="3000000" cy="3000000"/>
        </p:xfrm>
        <a:graphic>
          <a:graphicData uri="http://schemas.openxmlformats.org/drawingml/2006/table">
            <a:tbl>
              <a:tblPr>
                <a:noFill/>
                <a:tableStyleId>{86C3152C-73CA-4E43-9326-F6BD6996F63D}</a:tableStyleId>
              </a:tblPr>
              <a:tblGrid>
                <a:gridCol w="2571750"/>
                <a:gridCol w="2571750"/>
                <a:gridCol w="2571750"/>
                <a:gridCol w="2571750"/>
              </a:tblGrid>
              <a:tr h="381000">
                <a:tc>
                  <a:txBody>
                    <a:bodyPr/>
                    <a:lstStyle/>
                    <a:p>
                      <a:pPr indent="0" lvl="0" marL="0" rtl="0" algn="ctr">
                        <a:spcBef>
                          <a:spcPts val="0"/>
                        </a:spcBef>
                        <a:spcAft>
                          <a:spcPts val="0"/>
                        </a:spcAft>
                        <a:buNone/>
                      </a:pPr>
                      <a:r>
                        <a:rPr b="1" lang="en-US"/>
                        <a:t>date</a:t>
                      </a:r>
                      <a:endParaRPr b="1"/>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US"/>
                        <a:t>item_id</a:t>
                      </a:r>
                      <a:endParaRPr b="1"/>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US"/>
                        <a:t>cust_id</a:t>
                      </a:r>
                      <a:endParaRPr b="1"/>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US"/>
                        <a:t>order_weight</a:t>
                      </a:r>
                      <a:endParaRPr b="1"/>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a:t>1/1/2020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a:t>201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a:t>101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lang="en-US"/>
                        <a:t>0.78</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a:t>1/1/2020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a:t>202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a:t>101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US"/>
                        <a:t>0.67</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a:t>1/1/2020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a:t>203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a:t>101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US"/>
                        <a:t>0.88</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a:t>1/1/2020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a:t>204</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a:t>101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US"/>
                        <a:t>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a:t>2/1/2020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a:t>205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a:t>102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US"/>
                        <a:t>0.45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a:t>2/1/2020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a:t>206</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a:t>102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US"/>
                        <a:t>0.75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a:t>2/1/2020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a:t>207</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a:t>102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US"/>
                        <a:t>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a:t>3/1/2020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a:t>202</a:t>
                      </a:r>
                      <a:endParaRPr/>
                    </a:p>
                  </a:txBody>
                  <a:tcPr marT="91425" marB="91425" marR="91425" marL="91425">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lang="en-US"/>
                        <a:t>103</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US"/>
                        <a:t>0.75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a:t>4/1/2020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a:t>205</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rPr lang="en-US"/>
                        <a:t>104</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US"/>
                        <a:t>0.8</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66" name="Google Shape;266;g283a0ad4a90_0_231"/>
          <p:cNvSpPr txBox="1"/>
          <p:nvPr/>
        </p:nvSpPr>
        <p:spPr>
          <a:xfrm>
            <a:off x="2956200" y="5966150"/>
            <a:ext cx="6279600" cy="44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100">
                <a:solidFill>
                  <a:srgbClr val="FF0000"/>
                </a:solidFill>
                <a:latin typeface="Quattrocento Sans"/>
                <a:ea typeface="Quattrocento Sans"/>
                <a:cs typeface="Quattrocento Sans"/>
                <a:sym typeface="Quattrocento Sans"/>
              </a:rPr>
              <a:t>Transaction</a:t>
            </a:r>
            <a:r>
              <a:rPr b="1" lang="en-US" sz="2100">
                <a:solidFill>
                  <a:srgbClr val="FF0000"/>
                </a:solidFill>
                <a:latin typeface="Quattrocento Sans"/>
                <a:ea typeface="Quattrocento Sans"/>
                <a:cs typeface="Quattrocento Sans"/>
                <a:sym typeface="Quattrocento Sans"/>
              </a:rPr>
              <a:t> Table</a:t>
            </a:r>
            <a:endParaRPr b="1" sz="2100">
              <a:solidFill>
                <a:srgbClr val="FF0000"/>
              </a:solidFill>
              <a:latin typeface="Quattrocento Sans"/>
              <a:ea typeface="Quattrocento Sans"/>
              <a:cs typeface="Quattrocento Sans"/>
              <a:sym typeface="Quattrocento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g283a0ad4a90_0_240"/>
          <p:cNvSpPr txBox="1"/>
          <p:nvPr/>
        </p:nvSpPr>
        <p:spPr>
          <a:xfrm>
            <a:off x="2956200" y="5966150"/>
            <a:ext cx="6279600" cy="44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100">
                <a:solidFill>
                  <a:srgbClr val="FF0000"/>
                </a:solidFill>
                <a:latin typeface="Quattrocento Sans"/>
                <a:ea typeface="Quattrocento Sans"/>
                <a:cs typeface="Quattrocento Sans"/>
                <a:sym typeface="Quattrocento Sans"/>
              </a:rPr>
              <a:t>Star Schema</a:t>
            </a:r>
            <a:endParaRPr b="1" sz="2100">
              <a:solidFill>
                <a:srgbClr val="FF0000"/>
              </a:solidFill>
              <a:latin typeface="Quattrocento Sans"/>
              <a:ea typeface="Quattrocento Sans"/>
              <a:cs typeface="Quattrocento Sans"/>
              <a:sym typeface="Quattrocento Sans"/>
            </a:endParaRPr>
          </a:p>
        </p:txBody>
      </p:sp>
      <p:graphicFrame>
        <p:nvGraphicFramePr>
          <p:cNvPr id="272" name="Google Shape;272;g283a0ad4a90_0_240"/>
          <p:cNvGraphicFramePr/>
          <p:nvPr/>
        </p:nvGraphicFramePr>
        <p:xfrm>
          <a:off x="4597450" y="2606325"/>
          <a:ext cx="3000000" cy="3000000"/>
        </p:xfrm>
        <a:graphic>
          <a:graphicData uri="http://schemas.openxmlformats.org/drawingml/2006/table">
            <a:tbl>
              <a:tblPr>
                <a:noFill/>
                <a:tableStyleId>{86C3152C-73CA-4E43-9326-F6BD6996F63D}</a:tableStyleId>
              </a:tblPr>
              <a:tblGrid>
                <a:gridCol w="2336750"/>
              </a:tblGrid>
              <a:tr h="381000">
                <a:tc>
                  <a:txBody>
                    <a:bodyPr/>
                    <a:lstStyle/>
                    <a:p>
                      <a:pPr indent="0" lvl="0" marL="0" rtl="0" algn="ctr">
                        <a:spcBef>
                          <a:spcPts val="0"/>
                        </a:spcBef>
                        <a:spcAft>
                          <a:spcPts val="0"/>
                        </a:spcAft>
                        <a:buNone/>
                      </a:pPr>
                      <a:r>
                        <a:rPr b="1" lang="en-US"/>
                        <a:t>Transcation_table</a:t>
                      </a:r>
                      <a:endParaRPr b="1"/>
                    </a:p>
                  </a:txBody>
                  <a:tcPr marT="91425" marB="91425" marR="91425" marL="91425"/>
                </a:tc>
              </a:tr>
              <a:tr h="381000">
                <a:tc>
                  <a:txBody>
                    <a:bodyPr/>
                    <a:lstStyle/>
                    <a:p>
                      <a:pPr indent="0" lvl="0" marL="0" rtl="0" algn="ctr">
                        <a:spcBef>
                          <a:spcPts val="0"/>
                        </a:spcBef>
                        <a:spcAft>
                          <a:spcPts val="0"/>
                        </a:spcAft>
                        <a:buNone/>
                      </a:pPr>
                      <a:r>
                        <a:rPr lang="en-US" u="sng"/>
                        <a:t>date</a:t>
                      </a:r>
                      <a:endParaRPr u="sng"/>
                    </a:p>
                  </a:txBody>
                  <a:tcPr marT="91425" marB="91425" marR="91425" marL="91425"/>
                </a:tc>
              </a:tr>
              <a:tr h="381000">
                <a:tc>
                  <a:txBody>
                    <a:bodyPr/>
                    <a:lstStyle/>
                    <a:p>
                      <a:pPr indent="0" lvl="0" marL="0" rtl="0" algn="ctr">
                        <a:spcBef>
                          <a:spcPts val="0"/>
                        </a:spcBef>
                        <a:spcAft>
                          <a:spcPts val="0"/>
                        </a:spcAft>
                        <a:buNone/>
                      </a:pPr>
                      <a:r>
                        <a:rPr lang="en-US"/>
                        <a:t>item_id</a:t>
                      </a:r>
                      <a:endParaRPr/>
                    </a:p>
                  </a:txBody>
                  <a:tcPr marT="91425" marB="91425" marR="91425" marL="91425"/>
                </a:tc>
              </a:tr>
              <a:tr h="381000">
                <a:tc>
                  <a:txBody>
                    <a:bodyPr/>
                    <a:lstStyle/>
                    <a:p>
                      <a:pPr indent="0" lvl="0" marL="0" rtl="0" algn="ctr">
                        <a:spcBef>
                          <a:spcPts val="0"/>
                        </a:spcBef>
                        <a:spcAft>
                          <a:spcPts val="0"/>
                        </a:spcAft>
                        <a:buNone/>
                      </a:pPr>
                      <a:r>
                        <a:rPr lang="en-US"/>
                        <a:t>cust_id</a:t>
                      </a:r>
                      <a:endParaRPr/>
                    </a:p>
                  </a:txBody>
                  <a:tcPr marT="91425" marB="91425" marR="91425" marL="91425"/>
                </a:tc>
              </a:tr>
              <a:tr h="381000">
                <a:tc>
                  <a:txBody>
                    <a:bodyPr/>
                    <a:lstStyle/>
                    <a:p>
                      <a:pPr indent="0" lvl="0" marL="0" rtl="0" algn="ctr">
                        <a:spcBef>
                          <a:spcPts val="0"/>
                        </a:spcBef>
                        <a:spcAft>
                          <a:spcPts val="0"/>
                        </a:spcAft>
                        <a:buNone/>
                      </a:pPr>
                      <a:r>
                        <a:rPr lang="en-US"/>
                        <a:t>order_weight</a:t>
                      </a:r>
                      <a:endParaRPr/>
                    </a:p>
                  </a:txBody>
                  <a:tcPr marT="91425" marB="91425" marR="91425" marL="91425"/>
                </a:tc>
              </a:tr>
            </a:tbl>
          </a:graphicData>
        </a:graphic>
      </p:graphicFrame>
      <p:graphicFrame>
        <p:nvGraphicFramePr>
          <p:cNvPr id="273" name="Google Shape;273;g283a0ad4a90_0_240"/>
          <p:cNvGraphicFramePr/>
          <p:nvPr/>
        </p:nvGraphicFramePr>
        <p:xfrm>
          <a:off x="7737125" y="455800"/>
          <a:ext cx="3000000" cy="3000000"/>
        </p:xfrm>
        <a:graphic>
          <a:graphicData uri="http://schemas.openxmlformats.org/drawingml/2006/table">
            <a:tbl>
              <a:tblPr>
                <a:noFill/>
                <a:tableStyleId>{86C3152C-73CA-4E43-9326-F6BD6996F63D}</a:tableStyleId>
              </a:tblPr>
              <a:tblGrid>
                <a:gridCol w="2336750"/>
              </a:tblGrid>
              <a:tr h="381000">
                <a:tc>
                  <a:txBody>
                    <a:bodyPr/>
                    <a:lstStyle/>
                    <a:p>
                      <a:pPr indent="0" lvl="0" marL="0" rtl="0" algn="ctr">
                        <a:spcBef>
                          <a:spcPts val="0"/>
                        </a:spcBef>
                        <a:spcAft>
                          <a:spcPts val="0"/>
                        </a:spcAft>
                        <a:buNone/>
                      </a:pPr>
                      <a:r>
                        <a:rPr b="1" lang="en-US"/>
                        <a:t>Item_table</a:t>
                      </a:r>
                      <a:endParaRPr b="1"/>
                    </a:p>
                  </a:txBody>
                  <a:tcPr marT="91425" marB="91425" marR="91425" marL="91425"/>
                </a:tc>
              </a:tr>
              <a:tr h="381000">
                <a:tc>
                  <a:txBody>
                    <a:bodyPr/>
                    <a:lstStyle/>
                    <a:p>
                      <a:pPr indent="0" lvl="0" marL="0" rtl="0" algn="ctr">
                        <a:spcBef>
                          <a:spcPts val="0"/>
                        </a:spcBef>
                        <a:spcAft>
                          <a:spcPts val="0"/>
                        </a:spcAft>
                        <a:buNone/>
                      </a:pPr>
                      <a:r>
                        <a:rPr lang="en-US" u="sng"/>
                        <a:t>item_id</a:t>
                      </a:r>
                      <a:endParaRPr u="sng"/>
                    </a:p>
                  </a:txBody>
                  <a:tcPr marT="91425" marB="91425" marR="91425" marL="91425"/>
                </a:tc>
              </a:tr>
              <a:tr h="381000">
                <a:tc>
                  <a:txBody>
                    <a:bodyPr/>
                    <a:lstStyle/>
                    <a:p>
                      <a:pPr indent="0" lvl="0" marL="0" rtl="0" algn="ctr">
                        <a:spcBef>
                          <a:spcPts val="0"/>
                        </a:spcBef>
                        <a:spcAft>
                          <a:spcPts val="0"/>
                        </a:spcAft>
                        <a:buNone/>
                      </a:pPr>
                      <a:r>
                        <a:rPr lang="en-US"/>
                        <a:t>item_name</a:t>
                      </a:r>
                      <a:endParaRPr/>
                    </a:p>
                  </a:txBody>
                  <a:tcPr marT="91425" marB="91425" marR="91425" marL="91425"/>
                </a:tc>
              </a:tr>
              <a:tr h="381000">
                <a:tc>
                  <a:txBody>
                    <a:bodyPr/>
                    <a:lstStyle/>
                    <a:p>
                      <a:pPr indent="0" lvl="0" marL="0" rtl="0" algn="ctr">
                        <a:spcBef>
                          <a:spcPts val="0"/>
                        </a:spcBef>
                        <a:spcAft>
                          <a:spcPts val="0"/>
                        </a:spcAft>
                        <a:buNone/>
                      </a:pPr>
                      <a:r>
                        <a:rPr lang="en-US"/>
                        <a:t>item_category</a:t>
                      </a:r>
                      <a:endParaRPr/>
                    </a:p>
                  </a:txBody>
                  <a:tcPr marT="91425" marB="91425" marR="91425" marL="91425"/>
                </a:tc>
              </a:tr>
              <a:tr h="381000">
                <a:tc>
                  <a:txBody>
                    <a:bodyPr/>
                    <a:lstStyle/>
                    <a:p>
                      <a:pPr indent="0" lvl="0" marL="0" rtl="0" algn="ctr">
                        <a:spcBef>
                          <a:spcPts val="0"/>
                        </a:spcBef>
                        <a:spcAft>
                          <a:spcPts val="0"/>
                        </a:spcAft>
                        <a:buNone/>
                      </a:pPr>
                      <a:r>
                        <a:rPr lang="en-US"/>
                        <a:t>cost_per_kg</a:t>
                      </a:r>
                      <a:endParaRPr/>
                    </a:p>
                  </a:txBody>
                  <a:tcPr marT="91425" marB="91425" marR="91425" marL="91425"/>
                </a:tc>
              </a:tr>
            </a:tbl>
          </a:graphicData>
        </a:graphic>
      </p:graphicFrame>
      <p:graphicFrame>
        <p:nvGraphicFramePr>
          <p:cNvPr id="274" name="Google Shape;274;g283a0ad4a90_0_240"/>
          <p:cNvGraphicFramePr/>
          <p:nvPr/>
        </p:nvGraphicFramePr>
        <p:xfrm>
          <a:off x="883400" y="448200"/>
          <a:ext cx="3000000" cy="3000000"/>
        </p:xfrm>
        <a:graphic>
          <a:graphicData uri="http://schemas.openxmlformats.org/drawingml/2006/table">
            <a:tbl>
              <a:tblPr>
                <a:noFill/>
                <a:tableStyleId>{86C3152C-73CA-4E43-9326-F6BD6996F63D}</a:tableStyleId>
              </a:tblPr>
              <a:tblGrid>
                <a:gridCol w="2336750"/>
              </a:tblGrid>
              <a:tr h="381000">
                <a:tc>
                  <a:txBody>
                    <a:bodyPr/>
                    <a:lstStyle/>
                    <a:p>
                      <a:pPr indent="0" lvl="0" marL="0" rtl="0" algn="ctr">
                        <a:spcBef>
                          <a:spcPts val="0"/>
                        </a:spcBef>
                        <a:spcAft>
                          <a:spcPts val="0"/>
                        </a:spcAft>
                        <a:buNone/>
                      </a:pPr>
                      <a:r>
                        <a:rPr b="1" lang="en-US"/>
                        <a:t>Cust_table</a:t>
                      </a:r>
                      <a:endParaRPr b="1"/>
                    </a:p>
                  </a:txBody>
                  <a:tcPr marT="91425" marB="91425" marR="91425" marL="91425"/>
                </a:tc>
              </a:tr>
              <a:tr h="381000">
                <a:tc>
                  <a:txBody>
                    <a:bodyPr/>
                    <a:lstStyle/>
                    <a:p>
                      <a:pPr indent="0" lvl="0" marL="0" rtl="0" algn="ctr">
                        <a:spcBef>
                          <a:spcPts val="0"/>
                        </a:spcBef>
                        <a:spcAft>
                          <a:spcPts val="0"/>
                        </a:spcAft>
                        <a:buNone/>
                      </a:pPr>
                      <a:r>
                        <a:rPr lang="en-US" u="sng"/>
                        <a:t>cust_id</a:t>
                      </a:r>
                      <a:endParaRPr u="sng"/>
                    </a:p>
                  </a:txBody>
                  <a:tcPr marT="91425" marB="91425" marR="91425" marL="91425"/>
                </a:tc>
              </a:tr>
              <a:tr h="381000">
                <a:tc>
                  <a:txBody>
                    <a:bodyPr/>
                    <a:lstStyle/>
                    <a:p>
                      <a:pPr indent="0" lvl="0" marL="0" rtl="0" algn="ctr">
                        <a:spcBef>
                          <a:spcPts val="0"/>
                        </a:spcBef>
                        <a:spcAft>
                          <a:spcPts val="0"/>
                        </a:spcAft>
                        <a:buNone/>
                      </a:pPr>
                      <a:r>
                        <a:rPr lang="en-US"/>
                        <a:t>cust_name</a:t>
                      </a:r>
                      <a:endParaRPr/>
                    </a:p>
                  </a:txBody>
                  <a:tcPr marT="91425" marB="91425" marR="91425" marL="91425"/>
                </a:tc>
              </a:tr>
              <a:tr h="381000">
                <a:tc>
                  <a:txBody>
                    <a:bodyPr/>
                    <a:lstStyle/>
                    <a:p>
                      <a:pPr indent="0" lvl="0" marL="0" rtl="0" algn="ctr">
                        <a:spcBef>
                          <a:spcPts val="0"/>
                        </a:spcBef>
                        <a:spcAft>
                          <a:spcPts val="0"/>
                        </a:spcAft>
                        <a:buNone/>
                      </a:pPr>
                      <a:r>
                        <a:rPr lang="en-US"/>
                        <a:t>email_id</a:t>
                      </a:r>
                      <a:endParaRPr/>
                    </a:p>
                  </a:txBody>
                  <a:tcPr marT="91425" marB="91425" marR="91425" marL="91425"/>
                </a:tc>
              </a:tr>
              <a:tr h="381000">
                <a:tc>
                  <a:txBody>
                    <a:bodyPr/>
                    <a:lstStyle/>
                    <a:p>
                      <a:pPr indent="0" lvl="0" marL="0" rtl="0" algn="ctr">
                        <a:spcBef>
                          <a:spcPts val="0"/>
                        </a:spcBef>
                        <a:spcAft>
                          <a:spcPts val="0"/>
                        </a:spcAft>
                        <a:buNone/>
                      </a:pPr>
                      <a:r>
                        <a:rPr lang="en-US"/>
                        <a:t>address</a:t>
                      </a:r>
                      <a:endParaRPr/>
                    </a:p>
                  </a:txBody>
                  <a:tcPr marT="91425" marB="91425" marR="91425" marL="91425"/>
                </a:tc>
              </a:tr>
            </a:tbl>
          </a:graphicData>
        </a:graphic>
      </p:graphicFrame>
      <p:graphicFrame>
        <p:nvGraphicFramePr>
          <p:cNvPr id="275" name="Google Shape;275;g283a0ad4a90_0_240"/>
          <p:cNvGraphicFramePr/>
          <p:nvPr/>
        </p:nvGraphicFramePr>
        <p:xfrm>
          <a:off x="8024313" y="4770975"/>
          <a:ext cx="3000000" cy="3000000"/>
        </p:xfrm>
        <a:graphic>
          <a:graphicData uri="http://schemas.openxmlformats.org/drawingml/2006/table">
            <a:tbl>
              <a:tblPr>
                <a:noFill/>
                <a:tableStyleId>{86C3152C-73CA-4E43-9326-F6BD6996F63D}</a:tableStyleId>
              </a:tblPr>
              <a:tblGrid>
                <a:gridCol w="2336750"/>
              </a:tblGrid>
              <a:tr h="381000">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276" name="Google Shape;276;g283a0ad4a90_0_240"/>
          <p:cNvGraphicFramePr/>
          <p:nvPr/>
        </p:nvGraphicFramePr>
        <p:xfrm>
          <a:off x="1170588" y="4763375"/>
          <a:ext cx="3000000" cy="3000000"/>
        </p:xfrm>
        <a:graphic>
          <a:graphicData uri="http://schemas.openxmlformats.org/drawingml/2006/table">
            <a:tbl>
              <a:tblPr>
                <a:noFill/>
                <a:tableStyleId>{86C3152C-73CA-4E43-9326-F6BD6996F63D}</a:tableStyleId>
              </a:tblPr>
              <a:tblGrid>
                <a:gridCol w="2336750"/>
              </a:tblGrid>
              <a:tr h="381000">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277" name="Google Shape;277;g283a0ad4a90_0_240"/>
          <p:cNvSpPr/>
          <p:nvPr/>
        </p:nvSpPr>
        <p:spPr>
          <a:xfrm rot="-8100000">
            <a:off x="3275055" y="1516748"/>
            <a:ext cx="1750089" cy="352988"/>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278" name="Google Shape;278;g283a0ad4a90_0_240"/>
          <p:cNvSpPr/>
          <p:nvPr/>
        </p:nvSpPr>
        <p:spPr>
          <a:xfrm rot="-3315347">
            <a:off x="6059076" y="1423569"/>
            <a:ext cx="1750264" cy="353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279" name="Google Shape;279;g283a0ad4a90_0_240"/>
          <p:cNvSpPr/>
          <p:nvPr/>
        </p:nvSpPr>
        <p:spPr>
          <a:xfrm rot="9177634">
            <a:off x="2738822" y="3868821"/>
            <a:ext cx="1750096" cy="352998"/>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280" name="Google Shape;280;g283a0ad4a90_0_240"/>
          <p:cNvSpPr/>
          <p:nvPr/>
        </p:nvSpPr>
        <p:spPr>
          <a:xfrm rot="2296120">
            <a:off x="7047011" y="3792630"/>
            <a:ext cx="1750061" cy="352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pic>
        <p:nvPicPr>
          <p:cNvPr id="285" name="Google Shape;285;g283a0ad4a90_0_262"/>
          <p:cNvPicPr preferRelativeResize="0"/>
          <p:nvPr/>
        </p:nvPicPr>
        <p:blipFill>
          <a:blip r:embed="rId3">
            <a:alphaModFix/>
          </a:blip>
          <a:stretch>
            <a:fillRect/>
          </a:stretch>
        </p:blipFill>
        <p:spPr>
          <a:xfrm>
            <a:off x="3133725" y="619125"/>
            <a:ext cx="5924550" cy="4400550"/>
          </a:xfrm>
          <a:prstGeom prst="rect">
            <a:avLst/>
          </a:prstGeom>
          <a:noFill/>
          <a:ln>
            <a:noFill/>
          </a:ln>
        </p:spPr>
      </p:pic>
      <p:sp>
        <p:nvSpPr>
          <p:cNvPr id="286" name="Google Shape;286;g283a0ad4a90_0_262"/>
          <p:cNvSpPr txBox="1"/>
          <p:nvPr/>
        </p:nvSpPr>
        <p:spPr>
          <a:xfrm>
            <a:off x="2956200" y="5966150"/>
            <a:ext cx="6279600" cy="44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100">
                <a:solidFill>
                  <a:srgbClr val="FF0000"/>
                </a:solidFill>
                <a:latin typeface="Quattrocento Sans"/>
                <a:ea typeface="Quattrocento Sans"/>
                <a:cs typeface="Quattrocento Sans"/>
                <a:sym typeface="Quattrocento Sans"/>
              </a:rPr>
              <a:t>Star Schema</a:t>
            </a:r>
            <a:endParaRPr b="1" sz="2100">
              <a:solidFill>
                <a:srgbClr val="FF0000"/>
              </a:solidFill>
              <a:latin typeface="Quattrocento Sans"/>
              <a:ea typeface="Quattrocento Sans"/>
              <a:cs typeface="Quattrocento Sans"/>
              <a:sym typeface="Quattrocento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g283a0ad4a90_0_277"/>
          <p:cNvSpPr txBox="1"/>
          <p:nvPr/>
        </p:nvSpPr>
        <p:spPr>
          <a:xfrm>
            <a:off x="2956200" y="5966150"/>
            <a:ext cx="6279600" cy="44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100">
                <a:solidFill>
                  <a:srgbClr val="FF0000"/>
                </a:solidFill>
                <a:latin typeface="Quattrocento Sans"/>
                <a:ea typeface="Quattrocento Sans"/>
                <a:cs typeface="Quattrocento Sans"/>
                <a:sym typeface="Quattrocento Sans"/>
              </a:rPr>
              <a:t>Snowflake</a:t>
            </a:r>
            <a:r>
              <a:rPr b="1" lang="en-US" sz="2100">
                <a:solidFill>
                  <a:srgbClr val="FF0000"/>
                </a:solidFill>
                <a:latin typeface="Quattrocento Sans"/>
                <a:ea typeface="Quattrocento Sans"/>
                <a:cs typeface="Quattrocento Sans"/>
                <a:sym typeface="Quattrocento Sans"/>
              </a:rPr>
              <a:t> Schema</a:t>
            </a:r>
            <a:endParaRPr b="1" sz="2100">
              <a:solidFill>
                <a:srgbClr val="FF0000"/>
              </a:solidFill>
              <a:latin typeface="Quattrocento Sans"/>
              <a:ea typeface="Quattrocento Sans"/>
              <a:cs typeface="Quattrocento Sans"/>
              <a:sym typeface="Quattrocento Sans"/>
            </a:endParaRPr>
          </a:p>
        </p:txBody>
      </p:sp>
      <p:pic>
        <p:nvPicPr>
          <p:cNvPr id="292" name="Google Shape;292;g283a0ad4a90_0_277"/>
          <p:cNvPicPr preferRelativeResize="0"/>
          <p:nvPr/>
        </p:nvPicPr>
        <p:blipFill>
          <a:blip r:embed="rId3">
            <a:alphaModFix/>
          </a:blip>
          <a:stretch>
            <a:fillRect/>
          </a:stretch>
        </p:blipFill>
        <p:spPr>
          <a:xfrm>
            <a:off x="2657475" y="364075"/>
            <a:ext cx="6877050" cy="5353050"/>
          </a:xfrm>
          <a:prstGeom prst="rect">
            <a:avLst/>
          </a:prstGeom>
          <a:noFill/>
          <a:ln>
            <a:noFill/>
          </a:ln>
        </p:spPr>
      </p:pic>
      <p:sp>
        <p:nvSpPr>
          <p:cNvPr id="293" name="Google Shape;293;g283a0ad4a90_0_277"/>
          <p:cNvSpPr txBox="1"/>
          <p:nvPr/>
        </p:nvSpPr>
        <p:spPr>
          <a:xfrm>
            <a:off x="6901700" y="6324700"/>
            <a:ext cx="5318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Quattrocento Sans"/>
              <a:ea typeface="Quattrocento Sans"/>
              <a:cs typeface="Quattrocento Sans"/>
              <a:sym typeface="Quattrocento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6"/>
          <p:cNvSpPr txBox="1"/>
          <p:nvPr>
            <p:ph type="title"/>
          </p:nvPr>
        </p:nvSpPr>
        <p:spPr>
          <a:xfrm>
            <a:off x="4457699" y="258761"/>
            <a:ext cx="7218900" cy="118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Quattrocento Sans"/>
              <a:buNone/>
            </a:pPr>
            <a:r>
              <a:rPr lang="en-US"/>
              <a:t>ACID Properties</a:t>
            </a:r>
            <a:endParaRPr/>
          </a:p>
        </p:txBody>
      </p:sp>
      <p:pic>
        <p:nvPicPr>
          <p:cNvPr id="299" name="Google Shape;299;p6"/>
          <p:cNvPicPr preferRelativeResize="0"/>
          <p:nvPr/>
        </p:nvPicPr>
        <p:blipFill>
          <a:blip r:embed="rId3">
            <a:alphaModFix/>
          </a:blip>
          <a:stretch>
            <a:fillRect/>
          </a:stretch>
        </p:blipFill>
        <p:spPr>
          <a:xfrm>
            <a:off x="3897050" y="1089375"/>
            <a:ext cx="5454325" cy="56699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g283a0ad4a90_0_289"/>
          <p:cNvSpPr txBox="1"/>
          <p:nvPr>
            <p:ph type="title"/>
          </p:nvPr>
        </p:nvSpPr>
        <p:spPr>
          <a:xfrm>
            <a:off x="4457699" y="258761"/>
            <a:ext cx="7218900" cy="11889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chemeClr val="accent1"/>
              </a:buClr>
              <a:buSzPct val="100000"/>
              <a:buFont typeface="Quattrocento Sans"/>
              <a:buNone/>
            </a:pPr>
            <a:r>
              <a:rPr lang="en-US"/>
              <a:t>Atomicity </a:t>
            </a:r>
            <a:endParaRPr/>
          </a:p>
          <a:p>
            <a:pPr indent="0" lvl="0" marL="0" rtl="0" algn="l">
              <a:lnSpc>
                <a:spcPct val="90000"/>
              </a:lnSpc>
              <a:spcBef>
                <a:spcPts val="0"/>
              </a:spcBef>
              <a:spcAft>
                <a:spcPts val="0"/>
              </a:spcAft>
              <a:buClr>
                <a:schemeClr val="accent1"/>
              </a:buClr>
              <a:buSzPct val="112499"/>
              <a:buFont typeface="Quattrocento Sans"/>
              <a:buNone/>
            </a:pPr>
            <a:r>
              <a:rPr lang="en-US" sz="3555">
                <a:solidFill>
                  <a:schemeClr val="accent3"/>
                </a:solidFill>
              </a:rPr>
              <a:t>the entire transaction takes place at once or doesn’t happen at all.</a:t>
            </a:r>
            <a:endParaRPr sz="3555">
              <a:solidFill>
                <a:schemeClr val="accent3"/>
              </a:solidFill>
            </a:endParaRPr>
          </a:p>
        </p:txBody>
      </p:sp>
      <p:pic>
        <p:nvPicPr>
          <p:cNvPr id="305" name="Google Shape;305;g283a0ad4a90_0_289"/>
          <p:cNvPicPr preferRelativeResize="0"/>
          <p:nvPr/>
        </p:nvPicPr>
        <p:blipFill>
          <a:blip r:embed="rId3">
            <a:alphaModFix/>
          </a:blip>
          <a:stretch>
            <a:fillRect/>
          </a:stretch>
        </p:blipFill>
        <p:spPr>
          <a:xfrm>
            <a:off x="3722500" y="2012948"/>
            <a:ext cx="7333640" cy="2697175"/>
          </a:xfrm>
          <a:prstGeom prst="rect">
            <a:avLst/>
          </a:prstGeom>
          <a:noFill/>
          <a:ln>
            <a:noFill/>
          </a:ln>
        </p:spPr>
      </p:pic>
      <p:sp>
        <p:nvSpPr>
          <p:cNvPr id="306" name="Google Shape;306;g283a0ad4a90_0_289"/>
          <p:cNvSpPr txBox="1"/>
          <p:nvPr/>
        </p:nvSpPr>
        <p:spPr>
          <a:xfrm>
            <a:off x="3839575" y="4933350"/>
            <a:ext cx="7590300" cy="9171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b="1" lang="en-US" sz="1900">
                <a:solidFill>
                  <a:srgbClr val="FF0000"/>
                </a:solidFill>
                <a:latin typeface="Quattrocento Sans"/>
                <a:ea typeface="Quattrocento Sans"/>
                <a:cs typeface="Quattrocento Sans"/>
                <a:sym typeface="Quattrocento Sans"/>
              </a:rPr>
              <a:t>If the transaction fails after completion of T1 but before completion of T2.( say, after write(X) but before write(Y)), then the amount has been deducted from X but not added to Y. This results in an inconsistent database state. Therefore, the transaction must be executed in its entirety in order to ensure the correctness of the database state. </a:t>
            </a:r>
            <a:endParaRPr b="1" sz="1900">
              <a:solidFill>
                <a:srgbClr val="FF0000"/>
              </a:solidFill>
              <a:latin typeface="Quattrocento Sans"/>
              <a:ea typeface="Quattrocento Sans"/>
              <a:cs typeface="Quattrocento Sans"/>
              <a:sym typeface="Quattrocento Sans"/>
            </a:endParaRPr>
          </a:p>
          <a:p>
            <a:pPr indent="0" lvl="0" marL="0" rtl="0" algn="just">
              <a:spcBef>
                <a:spcPts val="0"/>
              </a:spcBef>
              <a:spcAft>
                <a:spcPts val="0"/>
              </a:spcAft>
              <a:buClr>
                <a:schemeClr val="dk1"/>
              </a:buClr>
              <a:buSzPts val="1100"/>
              <a:buFont typeface="Arial"/>
              <a:buNone/>
            </a:pPr>
            <a:r>
              <a:t/>
            </a:r>
            <a:endParaRPr b="1" sz="1900">
              <a:solidFill>
                <a:srgbClr val="FF0000"/>
              </a:solidFill>
              <a:latin typeface="Quattrocento Sans"/>
              <a:ea typeface="Quattrocento Sans"/>
              <a:cs typeface="Quattrocento Sans"/>
              <a:sym typeface="Quattrocento Sans"/>
            </a:endParaRPr>
          </a:p>
          <a:p>
            <a:pPr indent="0" lvl="0" marL="0" rtl="0" algn="just">
              <a:spcBef>
                <a:spcPts val="0"/>
              </a:spcBef>
              <a:spcAft>
                <a:spcPts val="0"/>
              </a:spcAft>
              <a:buNone/>
            </a:pPr>
            <a:r>
              <a:t/>
            </a:r>
            <a:endParaRPr b="1" sz="1900">
              <a:solidFill>
                <a:srgbClr val="FF0000"/>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g283a0ad4a90_0_295"/>
          <p:cNvSpPr txBox="1"/>
          <p:nvPr>
            <p:ph type="title"/>
          </p:nvPr>
        </p:nvSpPr>
        <p:spPr>
          <a:xfrm>
            <a:off x="4457699" y="258761"/>
            <a:ext cx="7218900" cy="11889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chemeClr val="accent1"/>
              </a:buClr>
              <a:buSzPct val="100000"/>
              <a:buFont typeface="Quattrocento Sans"/>
              <a:buNone/>
            </a:pPr>
            <a:r>
              <a:rPr lang="en-US"/>
              <a:t>Consistency</a:t>
            </a:r>
            <a:endParaRPr/>
          </a:p>
          <a:p>
            <a:pPr indent="0" lvl="0" marL="0" rtl="0" algn="l">
              <a:lnSpc>
                <a:spcPct val="90000"/>
              </a:lnSpc>
              <a:spcBef>
                <a:spcPts val="0"/>
              </a:spcBef>
              <a:spcAft>
                <a:spcPts val="0"/>
              </a:spcAft>
              <a:buClr>
                <a:schemeClr val="accent1"/>
              </a:buClr>
              <a:buSzPct val="116129"/>
              <a:buFont typeface="Quattrocento Sans"/>
              <a:buNone/>
            </a:pPr>
            <a:r>
              <a:rPr lang="en-US" sz="3444">
                <a:solidFill>
                  <a:schemeClr val="accent3"/>
                </a:solidFill>
              </a:rPr>
              <a:t>database is consistent before and after the transaction.</a:t>
            </a:r>
            <a:endParaRPr sz="3444">
              <a:solidFill>
                <a:schemeClr val="accent3"/>
              </a:solidFill>
            </a:endParaRPr>
          </a:p>
        </p:txBody>
      </p:sp>
      <p:sp>
        <p:nvSpPr>
          <p:cNvPr id="312" name="Google Shape;312;g283a0ad4a90_0_295"/>
          <p:cNvSpPr txBox="1"/>
          <p:nvPr/>
        </p:nvSpPr>
        <p:spPr>
          <a:xfrm>
            <a:off x="4545150" y="2613475"/>
            <a:ext cx="4162800" cy="173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00">
                <a:solidFill>
                  <a:srgbClr val="FF0000"/>
                </a:solidFill>
                <a:latin typeface="Calibri"/>
                <a:ea typeface="Calibri"/>
                <a:cs typeface="Calibri"/>
                <a:sym typeface="Calibri"/>
              </a:rPr>
              <a:t>Total Before “T” occurs : 900</a:t>
            </a:r>
            <a:endParaRPr b="1" sz="2200">
              <a:solidFill>
                <a:srgbClr val="FF0000"/>
              </a:solidFill>
              <a:latin typeface="Calibri"/>
              <a:ea typeface="Calibri"/>
              <a:cs typeface="Calibri"/>
              <a:sym typeface="Calibri"/>
            </a:endParaRPr>
          </a:p>
          <a:p>
            <a:pPr indent="0" lvl="0" marL="0" rtl="0" algn="l">
              <a:spcBef>
                <a:spcPts val="0"/>
              </a:spcBef>
              <a:spcAft>
                <a:spcPts val="0"/>
              </a:spcAft>
              <a:buNone/>
            </a:pPr>
            <a:r>
              <a:t/>
            </a:r>
            <a:endParaRPr b="1" sz="2200">
              <a:solidFill>
                <a:srgbClr val="FF0000"/>
              </a:solidFill>
              <a:latin typeface="Calibri"/>
              <a:ea typeface="Calibri"/>
              <a:cs typeface="Calibri"/>
              <a:sym typeface="Calibri"/>
            </a:endParaRPr>
          </a:p>
          <a:p>
            <a:pPr indent="0" lvl="0" marL="0" rtl="0" algn="l">
              <a:spcBef>
                <a:spcPts val="0"/>
              </a:spcBef>
              <a:spcAft>
                <a:spcPts val="0"/>
              </a:spcAft>
              <a:buNone/>
            </a:pPr>
            <a:r>
              <a:rPr b="1" lang="en-US" sz="2200">
                <a:solidFill>
                  <a:srgbClr val="FF0000"/>
                </a:solidFill>
                <a:latin typeface="Calibri"/>
                <a:ea typeface="Calibri"/>
                <a:cs typeface="Calibri"/>
                <a:sym typeface="Calibri"/>
              </a:rPr>
              <a:t>Total After “T” occurs : 900</a:t>
            </a:r>
            <a:endParaRPr b="1" sz="2200">
              <a:solidFill>
                <a:srgbClr val="FF0000"/>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g283a0ad4a90_0_300"/>
          <p:cNvSpPr txBox="1"/>
          <p:nvPr>
            <p:ph type="title"/>
          </p:nvPr>
        </p:nvSpPr>
        <p:spPr>
          <a:xfrm>
            <a:off x="4037150" y="258750"/>
            <a:ext cx="7639500" cy="11889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chemeClr val="accent1"/>
              </a:buClr>
              <a:buSzPct val="100000"/>
              <a:buFont typeface="Quattrocento Sans"/>
              <a:buNone/>
            </a:pPr>
            <a:r>
              <a:rPr lang="en-US"/>
              <a:t>Isolation</a:t>
            </a:r>
            <a:endParaRPr/>
          </a:p>
          <a:p>
            <a:pPr indent="0" lvl="0" marL="0" rtl="0" algn="l">
              <a:lnSpc>
                <a:spcPct val="90000"/>
              </a:lnSpc>
              <a:spcBef>
                <a:spcPts val="0"/>
              </a:spcBef>
              <a:spcAft>
                <a:spcPts val="0"/>
              </a:spcAft>
              <a:buClr>
                <a:schemeClr val="accent1"/>
              </a:buClr>
              <a:buSzPct val="102564"/>
              <a:buFont typeface="Quattrocento Sans"/>
              <a:buNone/>
            </a:pPr>
            <a:r>
              <a:rPr lang="en-US" sz="3900">
                <a:solidFill>
                  <a:schemeClr val="accent3"/>
                </a:solidFill>
              </a:rPr>
              <a:t>Transactions do not affect one another</a:t>
            </a:r>
            <a:endParaRPr sz="3900">
              <a:solidFill>
                <a:schemeClr val="accent3"/>
              </a:solidFill>
            </a:endParaRPr>
          </a:p>
        </p:txBody>
      </p:sp>
      <p:sp>
        <p:nvSpPr>
          <p:cNvPr id="318" name="Google Shape;318;g283a0ad4a90_0_300"/>
          <p:cNvSpPr txBox="1"/>
          <p:nvPr/>
        </p:nvSpPr>
        <p:spPr>
          <a:xfrm>
            <a:off x="3627900" y="2240100"/>
            <a:ext cx="7489500" cy="11889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1900">
                <a:solidFill>
                  <a:schemeClr val="accent1"/>
                </a:solidFill>
                <a:latin typeface="Calibri"/>
                <a:ea typeface="Calibri"/>
                <a:cs typeface="Calibri"/>
                <a:sym typeface="Calibri"/>
              </a:rPr>
              <a:t>let’s say that our account balance is $200. Two transactions for a $100 withdrawal start at the same time. The transactions run in isolation which guarantees that when they both complete, we’ll have a balance of $0 instead of $100.</a:t>
            </a:r>
            <a:endParaRPr b="1" sz="1900">
              <a:solidFill>
                <a:schemeClr val="accen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g283a0ad4a90_0_305"/>
          <p:cNvSpPr txBox="1"/>
          <p:nvPr>
            <p:ph type="title"/>
          </p:nvPr>
        </p:nvSpPr>
        <p:spPr>
          <a:xfrm>
            <a:off x="4457699" y="258761"/>
            <a:ext cx="7218900" cy="118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Quattrocento Sans"/>
              <a:buNone/>
            </a:pPr>
            <a:r>
              <a:rPr lang="en-US"/>
              <a:t>Durability</a:t>
            </a:r>
            <a:endParaRPr/>
          </a:p>
        </p:txBody>
      </p:sp>
      <p:sp>
        <p:nvSpPr>
          <p:cNvPr id="324" name="Google Shape;324;g283a0ad4a90_0_305"/>
          <p:cNvSpPr txBox="1"/>
          <p:nvPr/>
        </p:nvSpPr>
        <p:spPr>
          <a:xfrm>
            <a:off x="3627900" y="2240100"/>
            <a:ext cx="7489500" cy="11889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b="1" lang="en-US" sz="1900">
                <a:solidFill>
                  <a:schemeClr val="accent1"/>
                </a:solidFill>
                <a:latin typeface="Calibri"/>
                <a:ea typeface="Calibri"/>
                <a:cs typeface="Calibri"/>
                <a:sym typeface="Calibri"/>
              </a:rPr>
              <a:t>Durability guarantees that once the transaction completes and changes are written to the database, they are persisted. This ensures that data within the system will persist even in the case of system failures like crashes or power outages.</a:t>
            </a:r>
            <a:endParaRPr b="1" sz="1900">
              <a:solidFill>
                <a:schemeClr val="accent1"/>
              </a:solidFill>
              <a:latin typeface="Calibri"/>
              <a:ea typeface="Calibri"/>
              <a:cs typeface="Calibri"/>
              <a:sym typeface="Calibri"/>
            </a:endParaRPr>
          </a:p>
          <a:p>
            <a:pPr indent="0" lvl="0" marL="0" rtl="0" algn="l">
              <a:lnSpc>
                <a:spcPct val="150000"/>
              </a:lnSpc>
              <a:spcBef>
                <a:spcPts val="0"/>
              </a:spcBef>
              <a:spcAft>
                <a:spcPts val="0"/>
              </a:spcAft>
              <a:buClr>
                <a:schemeClr val="dk1"/>
              </a:buClr>
              <a:buSzPts val="1100"/>
              <a:buFont typeface="Arial"/>
              <a:buNone/>
            </a:pPr>
            <a:r>
              <a:t/>
            </a:r>
            <a:endParaRPr b="1" sz="1900">
              <a:solidFill>
                <a:schemeClr val="accent1"/>
              </a:solidFill>
              <a:latin typeface="Calibri"/>
              <a:ea typeface="Calibri"/>
              <a:cs typeface="Calibri"/>
              <a:sym typeface="Calibri"/>
            </a:endParaRPr>
          </a:p>
          <a:p>
            <a:pPr indent="0" lvl="0" marL="0" rtl="0" algn="l">
              <a:lnSpc>
                <a:spcPct val="150000"/>
              </a:lnSpc>
              <a:spcBef>
                <a:spcPts val="0"/>
              </a:spcBef>
              <a:spcAft>
                <a:spcPts val="0"/>
              </a:spcAft>
              <a:buNone/>
            </a:pPr>
            <a:r>
              <a:t/>
            </a:r>
            <a:endParaRPr b="1" sz="1900">
              <a:solidFill>
                <a:schemeClr val="accen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g283a0ad4a90_0_333"/>
          <p:cNvSpPr txBox="1"/>
          <p:nvPr>
            <p:ph type="title"/>
          </p:nvPr>
        </p:nvSpPr>
        <p:spPr>
          <a:xfrm>
            <a:off x="4178250" y="715950"/>
            <a:ext cx="7498500" cy="118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Quattrocento Sans"/>
              <a:buNone/>
            </a:pPr>
            <a:r>
              <a:rPr lang="en-US"/>
              <a:t>SQL : Structured Query Language</a:t>
            </a:r>
            <a:endParaRPr/>
          </a:p>
        </p:txBody>
      </p:sp>
      <p:sp>
        <p:nvSpPr>
          <p:cNvPr id="330" name="Google Shape;330;g283a0ad4a90_0_333"/>
          <p:cNvSpPr txBox="1"/>
          <p:nvPr>
            <p:ph idx="1" type="body"/>
          </p:nvPr>
        </p:nvSpPr>
        <p:spPr>
          <a:xfrm>
            <a:off x="3783150" y="1905000"/>
            <a:ext cx="7893600" cy="3700200"/>
          </a:xfrm>
          <a:prstGeom prst="rect">
            <a:avLst/>
          </a:prstGeom>
          <a:noFill/>
          <a:ln>
            <a:noFill/>
          </a:ln>
        </p:spPr>
        <p:txBody>
          <a:bodyPr anchorCtr="0" anchor="t" bIns="45700" lIns="91425" spcFirstLastPara="1" rIns="91425" wrap="square" tIns="45700">
            <a:noAutofit/>
          </a:bodyPr>
          <a:lstStyle/>
          <a:p>
            <a:pPr indent="-347027" lvl="0" marL="457200" rtl="0" algn="just">
              <a:lnSpc>
                <a:spcPct val="200000"/>
              </a:lnSpc>
              <a:spcBef>
                <a:spcPts val="0"/>
              </a:spcBef>
              <a:spcAft>
                <a:spcPts val="0"/>
              </a:spcAft>
              <a:buSzPts val="1865"/>
              <a:buChar char="●"/>
            </a:pPr>
            <a:r>
              <a:rPr lang="en-US" sz="1865"/>
              <a:t>comprehensive language for manipulating databases</a:t>
            </a:r>
            <a:endParaRPr sz="1865"/>
          </a:p>
          <a:p>
            <a:pPr indent="-347027" lvl="0" marL="457200" rtl="0" algn="just">
              <a:lnSpc>
                <a:spcPct val="200000"/>
              </a:lnSpc>
              <a:spcBef>
                <a:spcPts val="0"/>
              </a:spcBef>
              <a:spcAft>
                <a:spcPts val="0"/>
              </a:spcAft>
              <a:buSzPts val="1865"/>
              <a:buChar char="●"/>
            </a:pPr>
            <a:r>
              <a:rPr lang="en-US" sz="1865"/>
              <a:t>SQL can do many different things: create database tables, insert or change records, add indexes, retrieve information, and so on</a:t>
            </a:r>
            <a:endParaRPr sz="1865"/>
          </a:p>
          <a:p>
            <a:pPr indent="-347027" lvl="0" marL="457200" rtl="0" algn="just">
              <a:lnSpc>
                <a:spcPct val="200000"/>
              </a:lnSpc>
              <a:spcBef>
                <a:spcPts val="0"/>
              </a:spcBef>
              <a:spcAft>
                <a:spcPts val="0"/>
              </a:spcAft>
              <a:buSzPts val="1865"/>
              <a:buChar char="●"/>
            </a:pPr>
            <a:r>
              <a:rPr lang="en-US" sz="1865"/>
              <a:t>SQL commands are like instructions to a table. It is used to interact with the database with some operations.</a:t>
            </a:r>
            <a:endParaRPr sz="1865"/>
          </a:p>
          <a:p>
            <a:pPr indent="-347027" lvl="0" marL="457200" rtl="0" algn="just">
              <a:lnSpc>
                <a:spcPct val="200000"/>
              </a:lnSpc>
              <a:spcBef>
                <a:spcPts val="0"/>
              </a:spcBef>
              <a:spcAft>
                <a:spcPts val="0"/>
              </a:spcAft>
              <a:buSzPts val="1865"/>
              <a:buChar char="●"/>
            </a:pPr>
            <a:r>
              <a:rPr lang="en-US" sz="1865"/>
              <a:t>SQL can perform various tasks like creating a table, adding data to tables, dropping the table, modifying the table, set permission for users.</a:t>
            </a:r>
            <a:endParaRPr sz="1865"/>
          </a:p>
          <a:p>
            <a:pPr indent="-347027" lvl="0" marL="457200" rtl="0" algn="just">
              <a:lnSpc>
                <a:spcPct val="200000"/>
              </a:lnSpc>
              <a:spcBef>
                <a:spcPts val="0"/>
              </a:spcBef>
              <a:spcAft>
                <a:spcPts val="0"/>
              </a:spcAft>
              <a:buSzPts val="1865"/>
              <a:buChar char="●"/>
            </a:pPr>
            <a:r>
              <a:rPr lang="en-US" sz="1865"/>
              <a:t>Keywords, entities and attribute names are case insensitive but the values inside he table are case sensitive </a:t>
            </a:r>
            <a:endParaRPr sz="1865"/>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pic>
        <p:nvPicPr>
          <p:cNvPr id="335" name="Google Shape;335;g283a0ad4a90_0_349"/>
          <p:cNvPicPr preferRelativeResize="0"/>
          <p:nvPr/>
        </p:nvPicPr>
        <p:blipFill>
          <a:blip r:embed="rId3">
            <a:alphaModFix/>
          </a:blip>
          <a:stretch>
            <a:fillRect/>
          </a:stretch>
        </p:blipFill>
        <p:spPr>
          <a:xfrm>
            <a:off x="152400" y="152400"/>
            <a:ext cx="11887197" cy="5747986"/>
          </a:xfrm>
          <a:prstGeom prst="rect">
            <a:avLst/>
          </a:prstGeom>
          <a:noFill/>
          <a:ln>
            <a:noFill/>
          </a:ln>
        </p:spPr>
      </p:pic>
      <p:sp>
        <p:nvSpPr>
          <p:cNvPr id="336" name="Google Shape;336;g283a0ad4a90_0_349"/>
          <p:cNvSpPr txBox="1"/>
          <p:nvPr/>
        </p:nvSpPr>
        <p:spPr>
          <a:xfrm>
            <a:off x="2956200" y="5966150"/>
            <a:ext cx="6279600" cy="44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100">
                <a:solidFill>
                  <a:srgbClr val="FF0000"/>
                </a:solidFill>
                <a:latin typeface="Quattrocento Sans"/>
                <a:ea typeface="Quattrocento Sans"/>
                <a:cs typeface="Quattrocento Sans"/>
                <a:sym typeface="Quattrocento Sans"/>
              </a:rPr>
              <a:t>SQL Commands</a:t>
            </a:r>
            <a:endParaRPr b="1" sz="2100">
              <a:solidFill>
                <a:srgbClr val="FF0000"/>
              </a:solidFill>
              <a:latin typeface="Quattrocento Sans"/>
              <a:ea typeface="Quattrocento Sans"/>
              <a:cs typeface="Quattrocento Sans"/>
              <a:sym typeface="Quattrocento San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g283a0ad4a90_0_343"/>
          <p:cNvSpPr txBox="1"/>
          <p:nvPr>
            <p:ph type="title"/>
          </p:nvPr>
        </p:nvSpPr>
        <p:spPr>
          <a:xfrm>
            <a:off x="4178250" y="715950"/>
            <a:ext cx="7498500" cy="118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Quattrocento Sans"/>
              <a:buNone/>
            </a:pPr>
            <a:r>
              <a:rPr lang="en-US"/>
              <a:t>SQL contd…</a:t>
            </a:r>
            <a:endParaRPr/>
          </a:p>
        </p:txBody>
      </p:sp>
      <p:sp>
        <p:nvSpPr>
          <p:cNvPr id="342" name="Google Shape;342;g283a0ad4a90_0_343"/>
          <p:cNvSpPr txBox="1"/>
          <p:nvPr>
            <p:ph idx="1" type="body"/>
          </p:nvPr>
        </p:nvSpPr>
        <p:spPr>
          <a:xfrm>
            <a:off x="3783150" y="1905000"/>
            <a:ext cx="7893600" cy="3700200"/>
          </a:xfrm>
          <a:prstGeom prst="rect">
            <a:avLst/>
          </a:prstGeom>
          <a:noFill/>
          <a:ln>
            <a:noFill/>
          </a:ln>
        </p:spPr>
        <p:txBody>
          <a:bodyPr anchorCtr="0" anchor="t" bIns="45700" lIns="91425" spcFirstLastPara="1" rIns="91425" wrap="square" tIns="45700">
            <a:noAutofit/>
          </a:bodyPr>
          <a:lstStyle/>
          <a:p>
            <a:pPr indent="0" lvl="0" marL="0" rtl="0" algn="just">
              <a:lnSpc>
                <a:spcPct val="200000"/>
              </a:lnSpc>
              <a:spcBef>
                <a:spcPts val="0"/>
              </a:spcBef>
              <a:spcAft>
                <a:spcPts val="0"/>
              </a:spcAft>
              <a:buNone/>
            </a:pPr>
            <a:r>
              <a:rPr lang="en-US" sz="1865"/>
              <a:t>These SQL commands are mainly categorized into five categories: </a:t>
            </a:r>
            <a:endParaRPr sz="1865"/>
          </a:p>
          <a:p>
            <a:pPr indent="-347027" lvl="0" marL="457200" rtl="0" algn="just">
              <a:lnSpc>
                <a:spcPct val="200000"/>
              </a:lnSpc>
              <a:spcBef>
                <a:spcPts val="0"/>
              </a:spcBef>
              <a:spcAft>
                <a:spcPts val="0"/>
              </a:spcAft>
              <a:buSzPts val="1865"/>
              <a:buAutoNum type="arabicPeriod"/>
            </a:pPr>
            <a:r>
              <a:rPr lang="en-US" sz="1865"/>
              <a:t>DDL – Data Definition Language</a:t>
            </a:r>
            <a:endParaRPr sz="1865"/>
          </a:p>
          <a:p>
            <a:pPr indent="-347027" lvl="0" marL="457200" rtl="0" algn="just">
              <a:lnSpc>
                <a:spcPct val="200000"/>
              </a:lnSpc>
              <a:spcBef>
                <a:spcPts val="0"/>
              </a:spcBef>
              <a:spcAft>
                <a:spcPts val="0"/>
              </a:spcAft>
              <a:buSzPts val="1865"/>
              <a:buAutoNum type="arabicPeriod"/>
            </a:pPr>
            <a:r>
              <a:rPr lang="en-US" sz="1865"/>
              <a:t>DQL – Data Query Language</a:t>
            </a:r>
            <a:endParaRPr sz="1865"/>
          </a:p>
          <a:p>
            <a:pPr indent="-347027" lvl="0" marL="457200" rtl="0" algn="just">
              <a:lnSpc>
                <a:spcPct val="200000"/>
              </a:lnSpc>
              <a:spcBef>
                <a:spcPts val="0"/>
              </a:spcBef>
              <a:spcAft>
                <a:spcPts val="0"/>
              </a:spcAft>
              <a:buSzPts val="1865"/>
              <a:buAutoNum type="arabicPeriod"/>
            </a:pPr>
            <a:r>
              <a:rPr lang="en-US" sz="1865"/>
              <a:t>DML – Data Manipulation Language</a:t>
            </a:r>
            <a:endParaRPr sz="1865"/>
          </a:p>
          <a:p>
            <a:pPr indent="-347027" lvl="0" marL="457200" rtl="0" algn="just">
              <a:lnSpc>
                <a:spcPct val="200000"/>
              </a:lnSpc>
              <a:spcBef>
                <a:spcPts val="0"/>
              </a:spcBef>
              <a:spcAft>
                <a:spcPts val="0"/>
              </a:spcAft>
              <a:buSzPts val="1865"/>
              <a:buAutoNum type="arabicPeriod"/>
            </a:pPr>
            <a:r>
              <a:rPr lang="en-US" sz="1865"/>
              <a:t>DCL – Data Control Language</a:t>
            </a:r>
            <a:endParaRPr sz="1865"/>
          </a:p>
          <a:p>
            <a:pPr indent="-347027" lvl="0" marL="457200" rtl="0" algn="just">
              <a:lnSpc>
                <a:spcPct val="200000"/>
              </a:lnSpc>
              <a:spcBef>
                <a:spcPts val="0"/>
              </a:spcBef>
              <a:spcAft>
                <a:spcPts val="0"/>
              </a:spcAft>
              <a:buSzPts val="1865"/>
              <a:buAutoNum type="arabicPeriod"/>
            </a:pPr>
            <a:r>
              <a:rPr lang="en-US" sz="1865"/>
              <a:t>TCL – Transaction Control Language</a:t>
            </a:r>
            <a:endParaRPr sz="1865"/>
          </a:p>
        </p:txBody>
      </p:sp>
      <p:sp>
        <p:nvSpPr>
          <p:cNvPr id="343" name="Google Shape;343;g283a0ad4a90_0_343"/>
          <p:cNvSpPr txBox="1"/>
          <p:nvPr/>
        </p:nvSpPr>
        <p:spPr>
          <a:xfrm>
            <a:off x="3966575" y="5765900"/>
            <a:ext cx="7083900" cy="47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latin typeface="Quattrocento Sans"/>
                <a:ea typeface="Quattrocento Sans"/>
                <a:cs typeface="Quattrocento Sans"/>
                <a:sym typeface="Quattrocento Sans"/>
              </a:rPr>
              <a:t>Online Compiler Link :</a:t>
            </a:r>
            <a:r>
              <a:rPr b="1" lang="en-US" sz="1700" u="sng">
                <a:solidFill>
                  <a:srgbClr val="FF0000"/>
                </a:solidFill>
                <a:latin typeface="Quattrocento Sans"/>
                <a:ea typeface="Quattrocento Sans"/>
                <a:cs typeface="Quattrocento Sans"/>
                <a:sym typeface="Quattrocento Sans"/>
                <a:hlinkClick r:id="rId3">
                  <a:extLst>
                    <a:ext uri="{A12FA001-AC4F-418D-AE19-62706E023703}">
                      <ahyp:hlinkClr val="tx"/>
                    </a:ext>
                  </a:extLst>
                </a:hlinkClick>
              </a:rPr>
              <a:t> https://www.programiz.com/sql/online-compiler/</a:t>
            </a:r>
            <a:endParaRPr b="1" sz="1700">
              <a:solidFill>
                <a:srgbClr val="FF0000"/>
              </a:solidFill>
              <a:latin typeface="Quattrocento Sans"/>
              <a:ea typeface="Quattrocento Sans"/>
              <a:cs typeface="Quattrocento Sans"/>
              <a:sym typeface="Quattrocento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g283a0ad4a90_0_328"/>
          <p:cNvSpPr txBox="1"/>
          <p:nvPr>
            <p:ph type="title"/>
          </p:nvPr>
        </p:nvSpPr>
        <p:spPr>
          <a:xfrm>
            <a:off x="4457699" y="715961"/>
            <a:ext cx="7218900" cy="118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Quattrocento Sans"/>
              <a:buNone/>
            </a:pPr>
            <a:r>
              <a:rPr lang="en-US"/>
              <a:t>DDL : Data Definition Language</a:t>
            </a:r>
            <a:endParaRPr/>
          </a:p>
        </p:txBody>
      </p:sp>
      <p:sp>
        <p:nvSpPr>
          <p:cNvPr id="349" name="Google Shape;349;g283a0ad4a90_0_328"/>
          <p:cNvSpPr txBox="1"/>
          <p:nvPr>
            <p:ph idx="1" type="body"/>
          </p:nvPr>
        </p:nvSpPr>
        <p:spPr>
          <a:xfrm>
            <a:off x="3091700" y="1905000"/>
            <a:ext cx="8584800" cy="3276600"/>
          </a:xfrm>
          <a:prstGeom prst="rect">
            <a:avLst/>
          </a:prstGeom>
          <a:noFill/>
          <a:ln>
            <a:noFill/>
          </a:ln>
        </p:spPr>
        <p:txBody>
          <a:bodyPr anchorCtr="0" anchor="t" bIns="45700" lIns="91425" spcFirstLastPara="1" rIns="91425" wrap="square" tIns="45700">
            <a:noAutofit/>
          </a:bodyPr>
          <a:lstStyle/>
          <a:p>
            <a:pPr indent="0" lvl="0" marL="0" rtl="0" algn="l">
              <a:lnSpc>
                <a:spcPct val="140000"/>
              </a:lnSpc>
              <a:spcBef>
                <a:spcPts val="0"/>
              </a:spcBef>
              <a:spcAft>
                <a:spcPts val="0"/>
              </a:spcAft>
              <a:buSzPts val="770"/>
              <a:buNone/>
            </a:pPr>
            <a:r>
              <a:rPr lang="en-US" sz="1860"/>
              <a:t>Data Definition Language actually consists of the SQL commands that can be used to define the database schema</a:t>
            </a:r>
            <a:endParaRPr sz="1860"/>
          </a:p>
          <a:p>
            <a:pPr indent="0" lvl="0" marL="0" rtl="0" algn="l">
              <a:lnSpc>
                <a:spcPct val="140000"/>
              </a:lnSpc>
              <a:spcBef>
                <a:spcPts val="0"/>
              </a:spcBef>
              <a:spcAft>
                <a:spcPts val="0"/>
              </a:spcAft>
              <a:buSzPts val="770"/>
              <a:buNone/>
            </a:pPr>
            <a:r>
              <a:t/>
            </a:r>
            <a:endParaRPr sz="1860"/>
          </a:p>
          <a:p>
            <a:pPr indent="0" lvl="0" marL="0" rtl="0" algn="l">
              <a:lnSpc>
                <a:spcPct val="140000"/>
              </a:lnSpc>
              <a:spcBef>
                <a:spcPts val="0"/>
              </a:spcBef>
              <a:spcAft>
                <a:spcPts val="0"/>
              </a:spcAft>
              <a:buClr>
                <a:schemeClr val="dk1"/>
              </a:buClr>
              <a:buSzPts val="770"/>
              <a:buFont typeface="Arial"/>
              <a:buNone/>
            </a:pPr>
            <a:r>
              <a:rPr lang="en-US" sz="1860"/>
              <a:t>List of DDL commands: </a:t>
            </a:r>
            <a:endParaRPr sz="1860"/>
          </a:p>
          <a:p>
            <a:pPr indent="0" lvl="0" marL="0" rtl="0" algn="l">
              <a:lnSpc>
                <a:spcPct val="140000"/>
              </a:lnSpc>
              <a:spcBef>
                <a:spcPts val="0"/>
              </a:spcBef>
              <a:spcAft>
                <a:spcPts val="0"/>
              </a:spcAft>
              <a:buClr>
                <a:schemeClr val="dk1"/>
              </a:buClr>
              <a:buSzPts val="770"/>
              <a:buFont typeface="Arial"/>
              <a:buNone/>
            </a:pPr>
            <a:r>
              <a:t/>
            </a:r>
            <a:endParaRPr sz="1860"/>
          </a:p>
          <a:p>
            <a:pPr indent="-346710" lvl="0" marL="457200" rtl="0" algn="l">
              <a:lnSpc>
                <a:spcPct val="140000"/>
              </a:lnSpc>
              <a:spcBef>
                <a:spcPts val="0"/>
              </a:spcBef>
              <a:spcAft>
                <a:spcPts val="0"/>
              </a:spcAft>
              <a:buSzPts val="1860"/>
              <a:buAutoNum type="arabicPeriod"/>
            </a:pPr>
            <a:r>
              <a:rPr lang="en-US" sz="1860"/>
              <a:t>CREATE: This command is used to create the database or its objects (like table, index, function, views, store procedure, and triggers).</a:t>
            </a:r>
            <a:endParaRPr sz="1860"/>
          </a:p>
          <a:p>
            <a:pPr indent="-346710" lvl="0" marL="457200" rtl="0" algn="l">
              <a:lnSpc>
                <a:spcPct val="140000"/>
              </a:lnSpc>
              <a:spcBef>
                <a:spcPts val="0"/>
              </a:spcBef>
              <a:spcAft>
                <a:spcPts val="0"/>
              </a:spcAft>
              <a:buSzPts val="1860"/>
              <a:buAutoNum type="arabicPeriod"/>
            </a:pPr>
            <a:r>
              <a:rPr lang="en-US" sz="1860"/>
              <a:t>DROP: This command is used to delete objects from the database.</a:t>
            </a:r>
            <a:endParaRPr sz="1860"/>
          </a:p>
          <a:p>
            <a:pPr indent="-346710" lvl="0" marL="457200" rtl="0" algn="l">
              <a:lnSpc>
                <a:spcPct val="140000"/>
              </a:lnSpc>
              <a:spcBef>
                <a:spcPts val="0"/>
              </a:spcBef>
              <a:spcAft>
                <a:spcPts val="0"/>
              </a:spcAft>
              <a:buSzPts val="1860"/>
              <a:buAutoNum type="arabicPeriod"/>
            </a:pPr>
            <a:r>
              <a:rPr lang="en-US" sz="1860"/>
              <a:t>ALTER: This is used to alter the structure of the database.</a:t>
            </a:r>
            <a:endParaRPr sz="1860"/>
          </a:p>
          <a:p>
            <a:pPr indent="-346710" lvl="0" marL="457200" rtl="0" algn="l">
              <a:lnSpc>
                <a:spcPct val="140000"/>
              </a:lnSpc>
              <a:spcBef>
                <a:spcPts val="0"/>
              </a:spcBef>
              <a:spcAft>
                <a:spcPts val="0"/>
              </a:spcAft>
              <a:buSzPts val="1860"/>
              <a:buAutoNum type="arabicPeriod"/>
            </a:pPr>
            <a:r>
              <a:rPr lang="en-US" sz="1860"/>
              <a:t>TRUNCATE: This is used to remove all records from a table, including all spaces allocated for the records are removed.</a:t>
            </a:r>
            <a:endParaRPr sz="1860"/>
          </a:p>
          <a:p>
            <a:pPr indent="0" lvl="0" marL="0" rtl="0" algn="l">
              <a:lnSpc>
                <a:spcPct val="140000"/>
              </a:lnSpc>
              <a:spcBef>
                <a:spcPts val="0"/>
              </a:spcBef>
              <a:spcAft>
                <a:spcPts val="0"/>
              </a:spcAft>
              <a:buSzPts val="770"/>
              <a:buNone/>
            </a:pPr>
            <a:r>
              <a:t/>
            </a:r>
            <a:endParaRPr sz="1860"/>
          </a:p>
          <a:p>
            <a:pPr indent="0" lvl="0" marL="0" rtl="0" algn="l">
              <a:lnSpc>
                <a:spcPct val="140000"/>
              </a:lnSpc>
              <a:spcBef>
                <a:spcPts val="0"/>
              </a:spcBef>
              <a:spcAft>
                <a:spcPts val="0"/>
              </a:spcAft>
              <a:buSzPts val="770"/>
              <a:buNone/>
            </a:pPr>
            <a:r>
              <a:t/>
            </a:r>
            <a:endParaRPr sz="186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g283a0ad4a90_0_323"/>
          <p:cNvSpPr txBox="1"/>
          <p:nvPr>
            <p:ph type="title"/>
          </p:nvPr>
        </p:nvSpPr>
        <p:spPr>
          <a:xfrm>
            <a:off x="3543250" y="715950"/>
            <a:ext cx="8133300" cy="118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Quattrocento Sans"/>
              <a:buNone/>
            </a:pPr>
            <a:r>
              <a:rPr lang="en-US"/>
              <a:t>DML : Data Manipulation Language</a:t>
            </a:r>
            <a:endParaRPr/>
          </a:p>
        </p:txBody>
      </p:sp>
      <p:sp>
        <p:nvSpPr>
          <p:cNvPr id="355" name="Google Shape;355;g283a0ad4a90_0_323"/>
          <p:cNvSpPr txBox="1"/>
          <p:nvPr>
            <p:ph idx="1" type="body"/>
          </p:nvPr>
        </p:nvSpPr>
        <p:spPr>
          <a:xfrm>
            <a:off x="4457700" y="1905000"/>
            <a:ext cx="7218900" cy="3276600"/>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150000"/>
              </a:lnSpc>
              <a:spcBef>
                <a:spcPts val="0"/>
              </a:spcBef>
              <a:spcAft>
                <a:spcPts val="0"/>
              </a:spcAft>
              <a:buNone/>
            </a:pPr>
            <a:r>
              <a:rPr lang="en-US"/>
              <a:t>The SQL commands that deal with the manipulation of data present in the database belong to DML or Data Manipulation Language</a:t>
            </a:r>
            <a:endParaRPr/>
          </a:p>
          <a:p>
            <a:pPr indent="0" lvl="0" marL="0" rtl="0" algn="l">
              <a:lnSpc>
                <a:spcPct val="150000"/>
              </a:lnSpc>
              <a:spcBef>
                <a:spcPts val="0"/>
              </a:spcBef>
              <a:spcAft>
                <a:spcPts val="0"/>
              </a:spcAft>
              <a:buNone/>
            </a:pPr>
            <a:r>
              <a:t/>
            </a:r>
            <a:endParaRPr/>
          </a:p>
          <a:p>
            <a:pPr indent="0" lvl="0" marL="0" rtl="0" algn="l">
              <a:lnSpc>
                <a:spcPct val="150000"/>
              </a:lnSpc>
              <a:spcBef>
                <a:spcPts val="0"/>
              </a:spcBef>
              <a:spcAft>
                <a:spcPts val="0"/>
              </a:spcAft>
              <a:buNone/>
            </a:pPr>
            <a:r>
              <a:rPr lang="en-US"/>
              <a:t>List of DML commands: </a:t>
            </a:r>
            <a:endParaRPr/>
          </a:p>
          <a:p>
            <a:pPr indent="0" lvl="0" marL="457200" rtl="0" algn="l">
              <a:lnSpc>
                <a:spcPct val="150000"/>
              </a:lnSpc>
              <a:spcBef>
                <a:spcPts val="0"/>
              </a:spcBef>
              <a:spcAft>
                <a:spcPts val="0"/>
              </a:spcAft>
              <a:buNone/>
            </a:pPr>
            <a:r>
              <a:t/>
            </a:r>
            <a:endParaRPr/>
          </a:p>
          <a:p>
            <a:pPr indent="-342900" lvl="0" marL="457200" rtl="0" algn="l">
              <a:lnSpc>
                <a:spcPct val="150000"/>
              </a:lnSpc>
              <a:spcBef>
                <a:spcPts val="0"/>
              </a:spcBef>
              <a:spcAft>
                <a:spcPts val="0"/>
              </a:spcAft>
              <a:buSzPts val="1800"/>
              <a:buChar char="●"/>
            </a:pPr>
            <a:r>
              <a:rPr lang="en-US"/>
              <a:t>INSERT: It is used to insert data into a table.</a:t>
            </a:r>
            <a:endParaRPr/>
          </a:p>
          <a:p>
            <a:pPr indent="-342900" lvl="0" marL="457200" rtl="0" algn="l">
              <a:lnSpc>
                <a:spcPct val="150000"/>
              </a:lnSpc>
              <a:spcBef>
                <a:spcPts val="0"/>
              </a:spcBef>
              <a:spcAft>
                <a:spcPts val="0"/>
              </a:spcAft>
              <a:buSzPts val="1800"/>
              <a:buChar char="●"/>
            </a:pPr>
            <a:r>
              <a:rPr lang="en-US"/>
              <a:t>UPDATE: It is used to update existing data within a table.</a:t>
            </a:r>
            <a:endParaRPr/>
          </a:p>
          <a:p>
            <a:pPr indent="-342900" lvl="0" marL="457200" rtl="0" algn="l">
              <a:lnSpc>
                <a:spcPct val="150000"/>
              </a:lnSpc>
              <a:spcBef>
                <a:spcPts val="0"/>
              </a:spcBef>
              <a:spcAft>
                <a:spcPts val="0"/>
              </a:spcAft>
              <a:buSzPts val="1800"/>
              <a:buChar char="●"/>
            </a:pPr>
            <a:r>
              <a:rPr lang="en-US"/>
              <a:t>DELETE: It is used to delete records from a database table.</a:t>
            </a:r>
            <a:endParaRPr/>
          </a:p>
          <a:p>
            <a:pPr indent="0" lvl="0" marL="457200" rtl="0" algn="l">
              <a:lnSpc>
                <a:spcPct val="150000"/>
              </a:lnSpc>
              <a:spcBef>
                <a:spcPts val="0"/>
              </a:spcBef>
              <a:spcAft>
                <a:spcPts val="0"/>
              </a:spcAft>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g283a0ad4a90_0_363"/>
          <p:cNvSpPr txBox="1"/>
          <p:nvPr>
            <p:ph type="title"/>
          </p:nvPr>
        </p:nvSpPr>
        <p:spPr>
          <a:xfrm>
            <a:off x="3543250" y="715950"/>
            <a:ext cx="8133300" cy="118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Quattrocento Sans"/>
              <a:buNone/>
            </a:pPr>
            <a:r>
              <a:rPr lang="en-US"/>
              <a:t>DQL : Data Query Language</a:t>
            </a:r>
            <a:endParaRPr/>
          </a:p>
        </p:txBody>
      </p:sp>
      <p:sp>
        <p:nvSpPr>
          <p:cNvPr id="361" name="Google Shape;361;g283a0ad4a90_0_363"/>
          <p:cNvSpPr txBox="1"/>
          <p:nvPr>
            <p:ph idx="1" type="body"/>
          </p:nvPr>
        </p:nvSpPr>
        <p:spPr>
          <a:xfrm>
            <a:off x="4457700" y="1905000"/>
            <a:ext cx="7218900" cy="3276600"/>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0"/>
              </a:spcBef>
              <a:spcAft>
                <a:spcPts val="0"/>
              </a:spcAft>
              <a:buNone/>
            </a:pPr>
            <a:r>
              <a:rPr lang="en-US"/>
              <a:t>DQL statements are used for performing queries on the data within schema objects.</a:t>
            </a:r>
            <a:endParaRPr/>
          </a:p>
          <a:p>
            <a:pPr indent="0" lvl="0" marL="0" rtl="0" algn="l">
              <a:lnSpc>
                <a:spcPct val="150000"/>
              </a:lnSpc>
              <a:spcBef>
                <a:spcPts val="0"/>
              </a:spcBef>
              <a:spcAft>
                <a:spcPts val="0"/>
              </a:spcAft>
              <a:buNone/>
            </a:pPr>
            <a:r>
              <a:t/>
            </a:r>
            <a:endParaRPr/>
          </a:p>
          <a:p>
            <a:pPr indent="0" lvl="0" marL="0" rtl="0" algn="l">
              <a:lnSpc>
                <a:spcPct val="150000"/>
              </a:lnSpc>
              <a:spcBef>
                <a:spcPts val="0"/>
              </a:spcBef>
              <a:spcAft>
                <a:spcPts val="0"/>
              </a:spcAft>
              <a:buNone/>
            </a:pPr>
            <a:r>
              <a:rPr lang="en-US"/>
              <a:t>List of DQL commands: </a:t>
            </a:r>
            <a:endParaRPr/>
          </a:p>
          <a:p>
            <a:pPr indent="0" lvl="0" marL="457200" rtl="0" algn="l">
              <a:lnSpc>
                <a:spcPct val="150000"/>
              </a:lnSpc>
              <a:spcBef>
                <a:spcPts val="0"/>
              </a:spcBef>
              <a:spcAft>
                <a:spcPts val="0"/>
              </a:spcAft>
              <a:buNone/>
            </a:pPr>
            <a:r>
              <a:t/>
            </a:r>
            <a:endParaRPr/>
          </a:p>
          <a:p>
            <a:pPr indent="-342900" lvl="0" marL="457200" rtl="0" algn="l">
              <a:lnSpc>
                <a:spcPct val="150000"/>
              </a:lnSpc>
              <a:spcBef>
                <a:spcPts val="0"/>
              </a:spcBef>
              <a:spcAft>
                <a:spcPts val="0"/>
              </a:spcAft>
              <a:buSzPts val="1800"/>
              <a:buChar char="●"/>
            </a:pPr>
            <a:r>
              <a:rPr lang="en-US"/>
              <a:t>SELECT: It is used to retrieve data from the database.</a:t>
            </a:r>
            <a:endParaRPr/>
          </a:p>
          <a:p>
            <a:pPr indent="0" lvl="0" marL="457200" rtl="0" algn="l">
              <a:lnSpc>
                <a:spcPct val="150000"/>
              </a:lnSpc>
              <a:spcBef>
                <a:spcPts val="0"/>
              </a:spcBef>
              <a:spcAft>
                <a:spcPts val="0"/>
              </a:spcAft>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g283a0ad4a90_0_12"/>
          <p:cNvSpPr txBox="1"/>
          <p:nvPr>
            <p:ph type="title"/>
          </p:nvPr>
        </p:nvSpPr>
        <p:spPr>
          <a:xfrm>
            <a:off x="762000" y="715961"/>
            <a:ext cx="5334000" cy="118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Quattrocento Sans"/>
              <a:buNone/>
            </a:pPr>
            <a:r>
              <a:rPr lang="en-US"/>
              <a:t>Create Command</a:t>
            </a:r>
            <a:endParaRPr/>
          </a:p>
        </p:txBody>
      </p:sp>
      <p:sp>
        <p:nvSpPr>
          <p:cNvPr id="367" name="Google Shape;367;g283a0ad4a90_0_12"/>
          <p:cNvSpPr txBox="1"/>
          <p:nvPr>
            <p:ph idx="1" type="body"/>
          </p:nvPr>
        </p:nvSpPr>
        <p:spPr>
          <a:xfrm>
            <a:off x="762000" y="1905000"/>
            <a:ext cx="7325100" cy="4589100"/>
          </a:xfrm>
          <a:prstGeom prst="rect">
            <a:avLst/>
          </a:prstGeom>
          <a:noFill/>
          <a:ln>
            <a:noFill/>
          </a:ln>
        </p:spPr>
        <p:txBody>
          <a:bodyPr anchorCtr="0" anchor="t" bIns="45700" lIns="91425" spcFirstLastPara="1" rIns="91425" wrap="square" tIns="45700">
            <a:noAutofit/>
          </a:bodyPr>
          <a:lstStyle/>
          <a:p>
            <a:pPr indent="0" lvl="0" marL="0" rtl="0" algn="l">
              <a:lnSpc>
                <a:spcPct val="70000"/>
              </a:lnSpc>
              <a:spcBef>
                <a:spcPts val="0"/>
              </a:spcBef>
              <a:spcAft>
                <a:spcPts val="0"/>
              </a:spcAft>
              <a:buSzPts val="1018"/>
              <a:buNone/>
            </a:pPr>
            <a:r>
              <a:rPr lang="en-US" sz="1865">
                <a:solidFill>
                  <a:srgbClr val="FF0000"/>
                </a:solidFill>
              </a:rPr>
              <a:t>CREATE table table_name(</a:t>
            </a:r>
            <a:endParaRPr sz="1865">
              <a:solidFill>
                <a:srgbClr val="FF0000"/>
              </a:solidFill>
            </a:endParaRPr>
          </a:p>
          <a:p>
            <a:pPr indent="0" lvl="0" marL="0" rtl="0" algn="l">
              <a:lnSpc>
                <a:spcPct val="70000"/>
              </a:lnSpc>
              <a:spcBef>
                <a:spcPts val="0"/>
              </a:spcBef>
              <a:spcAft>
                <a:spcPts val="0"/>
              </a:spcAft>
              <a:buSzPts val="1018"/>
              <a:buNone/>
            </a:pPr>
            <a:r>
              <a:t/>
            </a:r>
            <a:endParaRPr sz="1865">
              <a:solidFill>
                <a:srgbClr val="FF0000"/>
              </a:solidFill>
            </a:endParaRPr>
          </a:p>
          <a:p>
            <a:pPr indent="0" lvl="0" marL="0" rtl="0" algn="l">
              <a:lnSpc>
                <a:spcPct val="70000"/>
              </a:lnSpc>
              <a:spcBef>
                <a:spcPts val="0"/>
              </a:spcBef>
              <a:spcAft>
                <a:spcPts val="0"/>
              </a:spcAft>
              <a:buSzPts val="1018"/>
              <a:buNone/>
            </a:pPr>
            <a:r>
              <a:rPr lang="en-US" sz="1865">
                <a:solidFill>
                  <a:srgbClr val="FF0000"/>
                </a:solidFill>
              </a:rPr>
              <a:t>Column1 datatype (size),</a:t>
            </a:r>
            <a:endParaRPr sz="1865">
              <a:solidFill>
                <a:srgbClr val="FF0000"/>
              </a:solidFill>
            </a:endParaRPr>
          </a:p>
          <a:p>
            <a:pPr indent="0" lvl="0" marL="0" rtl="0" algn="l">
              <a:lnSpc>
                <a:spcPct val="70000"/>
              </a:lnSpc>
              <a:spcBef>
                <a:spcPts val="0"/>
              </a:spcBef>
              <a:spcAft>
                <a:spcPts val="0"/>
              </a:spcAft>
              <a:buSzPts val="1018"/>
              <a:buNone/>
            </a:pPr>
            <a:r>
              <a:t/>
            </a:r>
            <a:endParaRPr sz="1865">
              <a:solidFill>
                <a:srgbClr val="FF0000"/>
              </a:solidFill>
            </a:endParaRPr>
          </a:p>
          <a:p>
            <a:pPr indent="0" lvl="0" marL="0" rtl="0" algn="l">
              <a:lnSpc>
                <a:spcPct val="70000"/>
              </a:lnSpc>
              <a:spcBef>
                <a:spcPts val="0"/>
              </a:spcBef>
              <a:spcAft>
                <a:spcPts val="0"/>
              </a:spcAft>
              <a:buSzPts val="1018"/>
              <a:buNone/>
            </a:pPr>
            <a:r>
              <a:rPr lang="en-US" sz="1865">
                <a:solidFill>
                  <a:srgbClr val="FF0000"/>
                </a:solidFill>
              </a:rPr>
              <a:t>C</a:t>
            </a:r>
            <a:r>
              <a:rPr lang="en-US" sz="1865">
                <a:solidFill>
                  <a:srgbClr val="FF0000"/>
                </a:solidFill>
              </a:rPr>
              <a:t>olumn2 datatype (size),</a:t>
            </a:r>
            <a:endParaRPr sz="1865">
              <a:solidFill>
                <a:srgbClr val="FF0000"/>
              </a:solidFill>
            </a:endParaRPr>
          </a:p>
          <a:p>
            <a:pPr indent="0" lvl="0" marL="0" rtl="0" algn="l">
              <a:lnSpc>
                <a:spcPct val="70000"/>
              </a:lnSpc>
              <a:spcBef>
                <a:spcPts val="0"/>
              </a:spcBef>
              <a:spcAft>
                <a:spcPts val="0"/>
              </a:spcAft>
              <a:buSzPts val="1018"/>
              <a:buNone/>
            </a:pPr>
            <a:r>
              <a:t/>
            </a:r>
            <a:endParaRPr sz="1865">
              <a:solidFill>
                <a:srgbClr val="FF0000"/>
              </a:solidFill>
            </a:endParaRPr>
          </a:p>
          <a:p>
            <a:pPr indent="0" lvl="0" marL="0" rtl="0" algn="l">
              <a:lnSpc>
                <a:spcPct val="70000"/>
              </a:lnSpc>
              <a:spcBef>
                <a:spcPts val="0"/>
              </a:spcBef>
              <a:spcAft>
                <a:spcPts val="0"/>
              </a:spcAft>
              <a:buSzPts val="1018"/>
              <a:buNone/>
            </a:pPr>
            <a:r>
              <a:rPr lang="en-US" sz="1865">
                <a:solidFill>
                  <a:srgbClr val="FF0000"/>
                </a:solidFill>
              </a:rPr>
              <a:t>..</a:t>
            </a:r>
            <a:endParaRPr sz="1865">
              <a:solidFill>
                <a:srgbClr val="FF0000"/>
              </a:solidFill>
            </a:endParaRPr>
          </a:p>
          <a:p>
            <a:pPr indent="0" lvl="0" marL="0" rtl="0" algn="l">
              <a:lnSpc>
                <a:spcPct val="70000"/>
              </a:lnSpc>
              <a:spcBef>
                <a:spcPts val="0"/>
              </a:spcBef>
              <a:spcAft>
                <a:spcPts val="0"/>
              </a:spcAft>
              <a:buSzPts val="1018"/>
              <a:buNone/>
            </a:pPr>
            <a:r>
              <a:rPr lang="en-US" sz="1865">
                <a:solidFill>
                  <a:srgbClr val="FF0000"/>
                </a:solidFill>
              </a:rPr>
              <a:t>C</a:t>
            </a:r>
            <a:r>
              <a:rPr lang="en-US" sz="1865">
                <a:solidFill>
                  <a:srgbClr val="FF0000"/>
                </a:solidFill>
              </a:rPr>
              <a:t>olumnN datatype(size)</a:t>
            </a:r>
            <a:endParaRPr sz="1865">
              <a:solidFill>
                <a:srgbClr val="FF0000"/>
              </a:solidFill>
            </a:endParaRPr>
          </a:p>
          <a:p>
            <a:pPr indent="0" lvl="0" marL="0" rtl="0" algn="l">
              <a:lnSpc>
                <a:spcPct val="70000"/>
              </a:lnSpc>
              <a:spcBef>
                <a:spcPts val="0"/>
              </a:spcBef>
              <a:spcAft>
                <a:spcPts val="0"/>
              </a:spcAft>
              <a:buSzPts val="1018"/>
              <a:buNone/>
            </a:pPr>
            <a:r>
              <a:t/>
            </a:r>
            <a:endParaRPr sz="1865">
              <a:solidFill>
                <a:srgbClr val="FF0000"/>
              </a:solidFill>
            </a:endParaRPr>
          </a:p>
          <a:p>
            <a:pPr indent="0" lvl="0" marL="0" rtl="0" algn="l">
              <a:lnSpc>
                <a:spcPct val="70000"/>
              </a:lnSpc>
              <a:spcBef>
                <a:spcPts val="0"/>
              </a:spcBef>
              <a:spcAft>
                <a:spcPts val="0"/>
              </a:spcAft>
              <a:buSzPts val="1018"/>
              <a:buNone/>
            </a:pPr>
            <a:r>
              <a:rPr lang="en-US" sz="1865">
                <a:solidFill>
                  <a:srgbClr val="FF0000"/>
                </a:solidFill>
              </a:rPr>
              <a:t>);</a:t>
            </a:r>
            <a:endParaRPr sz="1865">
              <a:solidFill>
                <a:srgbClr val="FF0000"/>
              </a:solidFill>
            </a:endParaRPr>
          </a:p>
          <a:p>
            <a:pPr indent="0" lvl="0" marL="0" rtl="0" algn="l">
              <a:lnSpc>
                <a:spcPct val="70000"/>
              </a:lnSpc>
              <a:spcBef>
                <a:spcPts val="0"/>
              </a:spcBef>
              <a:spcAft>
                <a:spcPts val="0"/>
              </a:spcAft>
              <a:buSzPts val="1018"/>
              <a:buNone/>
            </a:pPr>
            <a:r>
              <a:t/>
            </a:r>
            <a:endParaRPr sz="1865"/>
          </a:p>
          <a:p>
            <a:pPr indent="0" lvl="0" marL="0" rtl="0" algn="l">
              <a:lnSpc>
                <a:spcPct val="70000"/>
              </a:lnSpc>
              <a:spcBef>
                <a:spcPts val="0"/>
              </a:spcBef>
              <a:spcAft>
                <a:spcPts val="0"/>
              </a:spcAft>
              <a:buSzPts val="1018"/>
              <a:buNone/>
            </a:pPr>
            <a:r>
              <a:t/>
            </a:r>
            <a:endParaRPr sz="1865"/>
          </a:p>
          <a:p>
            <a:pPr indent="0" lvl="0" marL="0" rtl="0" algn="l">
              <a:lnSpc>
                <a:spcPct val="70000"/>
              </a:lnSpc>
              <a:spcBef>
                <a:spcPts val="0"/>
              </a:spcBef>
              <a:spcAft>
                <a:spcPts val="0"/>
              </a:spcAft>
              <a:buSzPts val="1018"/>
              <a:buNone/>
            </a:pPr>
            <a:r>
              <a:t/>
            </a:r>
            <a:endParaRPr sz="1865">
              <a:solidFill>
                <a:srgbClr val="5393B7"/>
              </a:solidFill>
            </a:endParaRPr>
          </a:p>
          <a:p>
            <a:pPr indent="0" lvl="0" marL="0" rtl="0" algn="l">
              <a:lnSpc>
                <a:spcPct val="70000"/>
              </a:lnSpc>
              <a:spcBef>
                <a:spcPts val="0"/>
              </a:spcBef>
              <a:spcAft>
                <a:spcPts val="0"/>
              </a:spcAft>
              <a:buClr>
                <a:schemeClr val="dk1"/>
              </a:buClr>
              <a:buSzPts val="1018"/>
              <a:buFont typeface="Arial"/>
              <a:buNone/>
            </a:pPr>
            <a:r>
              <a:rPr lang="en-US" sz="1865">
                <a:solidFill>
                  <a:srgbClr val="0000FF"/>
                </a:solidFill>
              </a:rPr>
              <a:t>CREATE TABLE Customer(</a:t>
            </a:r>
            <a:endParaRPr sz="1865">
              <a:solidFill>
                <a:srgbClr val="0000FF"/>
              </a:solidFill>
            </a:endParaRPr>
          </a:p>
          <a:p>
            <a:pPr indent="0" lvl="0" marL="0" rtl="0" algn="l">
              <a:lnSpc>
                <a:spcPct val="70000"/>
              </a:lnSpc>
              <a:spcBef>
                <a:spcPts val="0"/>
              </a:spcBef>
              <a:spcAft>
                <a:spcPts val="0"/>
              </a:spcAft>
              <a:buClr>
                <a:schemeClr val="dk1"/>
              </a:buClr>
              <a:buSzPts val="1018"/>
              <a:buFont typeface="Arial"/>
              <a:buNone/>
            </a:pPr>
            <a:r>
              <a:rPr lang="en-US" sz="1865">
                <a:solidFill>
                  <a:srgbClr val="0000FF"/>
                </a:solidFill>
              </a:rPr>
              <a:t>    CustomerID INT PRIMARY KEY,</a:t>
            </a:r>
            <a:endParaRPr sz="1865">
              <a:solidFill>
                <a:srgbClr val="0000FF"/>
              </a:solidFill>
            </a:endParaRPr>
          </a:p>
          <a:p>
            <a:pPr indent="0" lvl="0" marL="0" rtl="0" algn="l">
              <a:lnSpc>
                <a:spcPct val="70000"/>
              </a:lnSpc>
              <a:spcBef>
                <a:spcPts val="0"/>
              </a:spcBef>
              <a:spcAft>
                <a:spcPts val="0"/>
              </a:spcAft>
              <a:buClr>
                <a:schemeClr val="dk1"/>
              </a:buClr>
              <a:buSzPts val="1018"/>
              <a:buFont typeface="Arial"/>
              <a:buNone/>
            </a:pPr>
            <a:r>
              <a:rPr lang="en-US" sz="1865">
                <a:solidFill>
                  <a:srgbClr val="0000FF"/>
                </a:solidFill>
              </a:rPr>
              <a:t>    CustomerName VARCHAR(50),</a:t>
            </a:r>
            <a:endParaRPr sz="1865">
              <a:solidFill>
                <a:srgbClr val="0000FF"/>
              </a:solidFill>
            </a:endParaRPr>
          </a:p>
          <a:p>
            <a:pPr indent="0" lvl="0" marL="0" rtl="0" algn="l">
              <a:lnSpc>
                <a:spcPct val="70000"/>
              </a:lnSpc>
              <a:spcBef>
                <a:spcPts val="0"/>
              </a:spcBef>
              <a:spcAft>
                <a:spcPts val="0"/>
              </a:spcAft>
              <a:buClr>
                <a:schemeClr val="dk1"/>
              </a:buClr>
              <a:buSzPts val="1018"/>
              <a:buFont typeface="Arial"/>
              <a:buNone/>
            </a:pPr>
            <a:r>
              <a:rPr lang="en-US" sz="1865">
                <a:solidFill>
                  <a:srgbClr val="0000FF"/>
                </a:solidFill>
              </a:rPr>
              <a:t>    LastName VARCHAR(50),</a:t>
            </a:r>
            <a:endParaRPr sz="1865">
              <a:solidFill>
                <a:srgbClr val="0000FF"/>
              </a:solidFill>
            </a:endParaRPr>
          </a:p>
          <a:p>
            <a:pPr indent="0" lvl="0" marL="0" rtl="0" algn="l">
              <a:lnSpc>
                <a:spcPct val="70000"/>
              </a:lnSpc>
              <a:spcBef>
                <a:spcPts val="0"/>
              </a:spcBef>
              <a:spcAft>
                <a:spcPts val="0"/>
              </a:spcAft>
              <a:buClr>
                <a:schemeClr val="dk1"/>
              </a:buClr>
              <a:buSzPts val="1018"/>
              <a:buFont typeface="Arial"/>
              <a:buNone/>
            </a:pPr>
            <a:r>
              <a:rPr lang="en-US" sz="1865">
                <a:solidFill>
                  <a:srgbClr val="0000FF"/>
                </a:solidFill>
              </a:rPr>
              <a:t>    Country VARCHAR(50),</a:t>
            </a:r>
            <a:endParaRPr sz="1865">
              <a:solidFill>
                <a:srgbClr val="0000FF"/>
              </a:solidFill>
            </a:endParaRPr>
          </a:p>
          <a:p>
            <a:pPr indent="0" lvl="0" marL="0" rtl="0" algn="l">
              <a:lnSpc>
                <a:spcPct val="70000"/>
              </a:lnSpc>
              <a:spcBef>
                <a:spcPts val="0"/>
              </a:spcBef>
              <a:spcAft>
                <a:spcPts val="0"/>
              </a:spcAft>
              <a:buClr>
                <a:schemeClr val="dk1"/>
              </a:buClr>
              <a:buSzPts val="1018"/>
              <a:buFont typeface="Arial"/>
              <a:buNone/>
            </a:pPr>
            <a:r>
              <a:rPr lang="en-US" sz="1865">
                <a:solidFill>
                  <a:srgbClr val="0000FF"/>
                </a:solidFill>
              </a:rPr>
              <a:t>    Age int(2),</a:t>
            </a:r>
            <a:endParaRPr sz="1865">
              <a:solidFill>
                <a:srgbClr val="0000FF"/>
              </a:solidFill>
            </a:endParaRPr>
          </a:p>
          <a:p>
            <a:pPr indent="0" lvl="0" marL="0" rtl="0" algn="l">
              <a:lnSpc>
                <a:spcPct val="70000"/>
              </a:lnSpc>
              <a:spcBef>
                <a:spcPts val="0"/>
              </a:spcBef>
              <a:spcAft>
                <a:spcPts val="0"/>
              </a:spcAft>
              <a:buClr>
                <a:schemeClr val="dk1"/>
              </a:buClr>
              <a:buSzPts val="1018"/>
              <a:buFont typeface="Arial"/>
              <a:buNone/>
            </a:pPr>
            <a:r>
              <a:rPr lang="en-US" sz="1865">
                <a:solidFill>
                  <a:srgbClr val="0000FF"/>
                </a:solidFill>
              </a:rPr>
              <a:t>  Phone int(10)</a:t>
            </a:r>
            <a:endParaRPr sz="1865">
              <a:solidFill>
                <a:srgbClr val="0000FF"/>
              </a:solidFill>
            </a:endParaRPr>
          </a:p>
          <a:p>
            <a:pPr indent="0" lvl="0" marL="0" rtl="0" algn="l">
              <a:lnSpc>
                <a:spcPct val="70000"/>
              </a:lnSpc>
              <a:spcBef>
                <a:spcPts val="0"/>
              </a:spcBef>
              <a:spcAft>
                <a:spcPts val="0"/>
              </a:spcAft>
              <a:buClr>
                <a:schemeClr val="dk1"/>
              </a:buClr>
              <a:buSzPts val="1018"/>
              <a:buFont typeface="Arial"/>
              <a:buNone/>
            </a:pPr>
            <a:r>
              <a:rPr lang="en-US" sz="1865">
                <a:solidFill>
                  <a:srgbClr val="0000FF"/>
                </a:solidFill>
              </a:rPr>
              <a:t>);</a:t>
            </a:r>
            <a:endParaRPr sz="1865">
              <a:solidFill>
                <a:srgbClr val="0000FF"/>
              </a:solidFill>
            </a:endParaRPr>
          </a:p>
          <a:p>
            <a:pPr indent="0" lvl="0" marL="0" rtl="0" algn="l">
              <a:lnSpc>
                <a:spcPct val="70000"/>
              </a:lnSpc>
              <a:spcBef>
                <a:spcPts val="0"/>
              </a:spcBef>
              <a:spcAft>
                <a:spcPts val="0"/>
              </a:spcAft>
              <a:buSzPts val="1018"/>
              <a:buNone/>
            </a:pPr>
            <a:r>
              <a:t/>
            </a:r>
            <a:endParaRPr sz="1865"/>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g283a0ad4a90_0_379"/>
          <p:cNvSpPr txBox="1"/>
          <p:nvPr>
            <p:ph type="title"/>
          </p:nvPr>
        </p:nvSpPr>
        <p:spPr>
          <a:xfrm>
            <a:off x="762000" y="715961"/>
            <a:ext cx="5334000" cy="118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Quattrocento Sans"/>
              <a:buNone/>
            </a:pPr>
            <a:r>
              <a:rPr lang="en-US"/>
              <a:t>Insert</a:t>
            </a:r>
            <a:r>
              <a:rPr lang="en-US"/>
              <a:t> Command</a:t>
            </a:r>
            <a:endParaRPr/>
          </a:p>
        </p:txBody>
      </p:sp>
      <p:sp>
        <p:nvSpPr>
          <p:cNvPr id="373" name="Google Shape;373;g283a0ad4a90_0_379"/>
          <p:cNvSpPr txBox="1"/>
          <p:nvPr>
            <p:ph idx="1" type="body"/>
          </p:nvPr>
        </p:nvSpPr>
        <p:spPr>
          <a:xfrm>
            <a:off x="762000" y="1815600"/>
            <a:ext cx="7325100" cy="4589100"/>
          </a:xfrm>
          <a:prstGeom prst="rect">
            <a:avLst/>
          </a:prstGeom>
          <a:noFill/>
          <a:ln>
            <a:noFill/>
          </a:ln>
        </p:spPr>
        <p:txBody>
          <a:bodyPr anchorCtr="0" anchor="t" bIns="45700" lIns="91425" spcFirstLastPara="1" rIns="91425" wrap="square" tIns="45700">
            <a:noAutofit/>
          </a:bodyPr>
          <a:lstStyle/>
          <a:p>
            <a:pPr indent="0" lvl="0" marL="0" rtl="0" algn="l">
              <a:lnSpc>
                <a:spcPct val="70000"/>
              </a:lnSpc>
              <a:spcBef>
                <a:spcPts val="0"/>
              </a:spcBef>
              <a:spcAft>
                <a:spcPts val="0"/>
              </a:spcAft>
              <a:buSzPts val="1100"/>
              <a:buNone/>
            </a:pPr>
            <a:r>
              <a:rPr lang="en-US" sz="1865">
                <a:solidFill>
                  <a:srgbClr val="FF0000"/>
                </a:solidFill>
              </a:rPr>
              <a:t>Insert into Table_name</a:t>
            </a:r>
            <a:endParaRPr sz="1865">
              <a:solidFill>
                <a:srgbClr val="FF0000"/>
              </a:solidFill>
            </a:endParaRPr>
          </a:p>
          <a:p>
            <a:pPr indent="0" lvl="0" marL="0" rtl="0" algn="l">
              <a:lnSpc>
                <a:spcPct val="70000"/>
              </a:lnSpc>
              <a:spcBef>
                <a:spcPts val="0"/>
              </a:spcBef>
              <a:spcAft>
                <a:spcPts val="0"/>
              </a:spcAft>
              <a:buSzPts val="1100"/>
              <a:buNone/>
            </a:pPr>
            <a:r>
              <a:t/>
            </a:r>
            <a:endParaRPr sz="1865">
              <a:solidFill>
                <a:srgbClr val="FF0000"/>
              </a:solidFill>
            </a:endParaRPr>
          </a:p>
          <a:p>
            <a:pPr indent="0" lvl="0" marL="0" rtl="0" algn="l">
              <a:lnSpc>
                <a:spcPct val="70000"/>
              </a:lnSpc>
              <a:spcBef>
                <a:spcPts val="0"/>
              </a:spcBef>
              <a:spcAft>
                <a:spcPts val="0"/>
              </a:spcAft>
              <a:buSzPts val="1100"/>
              <a:buNone/>
            </a:pPr>
            <a:r>
              <a:rPr lang="en-US" sz="1865">
                <a:solidFill>
                  <a:srgbClr val="FF0000"/>
                </a:solidFill>
              </a:rPr>
              <a:t>Values (Value01, value02, value03),</a:t>
            </a:r>
            <a:endParaRPr sz="1865">
              <a:solidFill>
                <a:srgbClr val="FF0000"/>
              </a:solidFill>
            </a:endParaRPr>
          </a:p>
          <a:p>
            <a:pPr indent="0" lvl="0" marL="0" rtl="0" algn="l">
              <a:lnSpc>
                <a:spcPct val="70000"/>
              </a:lnSpc>
              <a:spcBef>
                <a:spcPts val="0"/>
              </a:spcBef>
              <a:spcAft>
                <a:spcPts val="0"/>
              </a:spcAft>
              <a:buSzPts val="1100"/>
              <a:buNone/>
            </a:pPr>
            <a:r>
              <a:t/>
            </a:r>
            <a:endParaRPr sz="1865">
              <a:solidFill>
                <a:srgbClr val="FF0000"/>
              </a:solidFill>
            </a:endParaRPr>
          </a:p>
          <a:p>
            <a:pPr indent="0" lvl="0" marL="0" rtl="0" algn="l">
              <a:lnSpc>
                <a:spcPct val="70000"/>
              </a:lnSpc>
              <a:spcBef>
                <a:spcPts val="0"/>
              </a:spcBef>
              <a:spcAft>
                <a:spcPts val="0"/>
              </a:spcAft>
              <a:buSzPts val="1100"/>
              <a:buNone/>
            </a:pPr>
            <a:r>
              <a:rPr lang="en-US" sz="1865">
                <a:solidFill>
                  <a:srgbClr val="FF0000"/>
                </a:solidFill>
              </a:rPr>
              <a:t>(Value11, value12, value13),</a:t>
            </a:r>
            <a:endParaRPr sz="1865">
              <a:solidFill>
                <a:srgbClr val="FF0000"/>
              </a:solidFill>
            </a:endParaRPr>
          </a:p>
          <a:p>
            <a:pPr indent="0" lvl="0" marL="0" rtl="0" algn="l">
              <a:lnSpc>
                <a:spcPct val="70000"/>
              </a:lnSpc>
              <a:spcBef>
                <a:spcPts val="0"/>
              </a:spcBef>
              <a:spcAft>
                <a:spcPts val="0"/>
              </a:spcAft>
              <a:buSzPts val="1100"/>
              <a:buNone/>
            </a:pPr>
            <a:r>
              <a:t/>
            </a:r>
            <a:endParaRPr sz="1865">
              <a:solidFill>
                <a:srgbClr val="FF0000"/>
              </a:solidFill>
            </a:endParaRPr>
          </a:p>
          <a:p>
            <a:pPr indent="0" lvl="0" marL="0" rtl="0" algn="l">
              <a:lnSpc>
                <a:spcPct val="70000"/>
              </a:lnSpc>
              <a:spcBef>
                <a:spcPts val="0"/>
              </a:spcBef>
              <a:spcAft>
                <a:spcPts val="0"/>
              </a:spcAft>
              <a:buSzPts val="1100"/>
              <a:buNone/>
            </a:pPr>
            <a:r>
              <a:rPr lang="en-US" sz="1865">
                <a:solidFill>
                  <a:srgbClr val="FF0000"/>
                </a:solidFill>
              </a:rPr>
              <a:t>(Value21, value22, value23),</a:t>
            </a:r>
            <a:endParaRPr sz="1865">
              <a:solidFill>
                <a:srgbClr val="FF0000"/>
              </a:solidFill>
            </a:endParaRPr>
          </a:p>
          <a:p>
            <a:pPr indent="0" lvl="0" marL="0" rtl="0" algn="l">
              <a:lnSpc>
                <a:spcPct val="70000"/>
              </a:lnSpc>
              <a:spcBef>
                <a:spcPts val="0"/>
              </a:spcBef>
              <a:spcAft>
                <a:spcPts val="0"/>
              </a:spcAft>
              <a:buSzPts val="1100"/>
              <a:buNone/>
            </a:pPr>
            <a:r>
              <a:t/>
            </a:r>
            <a:endParaRPr sz="1865">
              <a:solidFill>
                <a:srgbClr val="FF0000"/>
              </a:solidFill>
            </a:endParaRPr>
          </a:p>
          <a:p>
            <a:pPr indent="0" lvl="0" marL="0" rtl="0" algn="l">
              <a:lnSpc>
                <a:spcPct val="70000"/>
              </a:lnSpc>
              <a:spcBef>
                <a:spcPts val="0"/>
              </a:spcBef>
              <a:spcAft>
                <a:spcPts val="0"/>
              </a:spcAft>
              <a:buSzPts val="1100"/>
              <a:buNone/>
            </a:pPr>
            <a:r>
              <a:rPr lang="en-US" sz="1865">
                <a:solidFill>
                  <a:srgbClr val="FF0000"/>
                </a:solidFill>
              </a:rPr>
              <a:t>(ValueN1, valueN2, valueN3);</a:t>
            </a:r>
            <a:endParaRPr sz="1865">
              <a:solidFill>
                <a:srgbClr val="FF0000"/>
              </a:solidFill>
            </a:endParaRPr>
          </a:p>
          <a:p>
            <a:pPr indent="0" lvl="0" marL="0" rtl="0" algn="l">
              <a:lnSpc>
                <a:spcPct val="70000"/>
              </a:lnSpc>
              <a:spcBef>
                <a:spcPts val="0"/>
              </a:spcBef>
              <a:spcAft>
                <a:spcPts val="0"/>
              </a:spcAft>
              <a:buClr>
                <a:schemeClr val="dk1"/>
              </a:buClr>
              <a:buSzPts val="1100"/>
              <a:buFont typeface="Arial"/>
              <a:buNone/>
            </a:pPr>
            <a:r>
              <a:t/>
            </a:r>
            <a:endParaRPr sz="1865">
              <a:solidFill>
                <a:srgbClr val="FF0000"/>
              </a:solidFill>
            </a:endParaRPr>
          </a:p>
          <a:p>
            <a:pPr indent="0" lvl="0" marL="0" rtl="0" algn="l">
              <a:lnSpc>
                <a:spcPct val="70000"/>
              </a:lnSpc>
              <a:spcBef>
                <a:spcPts val="0"/>
              </a:spcBef>
              <a:spcAft>
                <a:spcPts val="0"/>
              </a:spcAft>
              <a:buSzPts val="1018"/>
              <a:buNone/>
            </a:pPr>
            <a:r>
              <a:t/>
            </a:r>
            <a:endParaRPr sz="1865">
              <a:solidFill>
                <a:srgbClr val="FF0000"/>
              </a:solidFill>
            </a:endParaRPr>
          </a:p>
          <a:p>
            <a:pPr indent="0" lvl="0" marL="0" rtl="0" algn="l">
              <a:lnSpc>
                <a:spcPct val="70000"/>
              </a:lnSpc>
              <a:spcBef>
                <a:spcPts val="0"/>
              </a:spcBef>
              <a:spcAft>
                <a:spcPts val="0"/>
              </a:spcAft>
              <a:buSzPts val="1018"/>
              <a:buNone/>
            </a:pPr>
            <a:r>
              <a:t/>
            </a:r>
            <a:endParaRPr sz="1865"/>
          </a:p>
          <a:p>
            <a:pPr indent="0" lvl="0" marL="0" rtl="0" algn="l">
              <a:lnSpc>
                <a:spcPct val="70000"/>
              </a:lnSpc>
              <a:spcBef>
                <a:spcPts val="0"/>
              </a:spcBef>
              <a:spcAft>
                <a:spcPts val="0"/>
              </a:spcAft>
              <a:buSzPts val="1018"/>
              <a:buNone/>
            </a:pPr>
            <a:r>
              <a:t/>
            </a:r>
            <a:endParaRPr sz="1865">
              <a:solidFill>
                <a:srgbClr val="5393B7"/>
              </a:solidFill>
            </a:endParaRPr>
          </a:p>
          <a:p>
            <a:pPr indent="0" lvl="0" marL="0" rtl="0" algn="l">
              <a:lnSpc>
                <a:spcPct val="70000"/>
              </a:lnSpc>
              <a:spcBef>
                <a:spcPts val="0"/>
              </a:spcBef>
              <a:spcAft>
                <a:spcPts val="0"/>
              </a:spcAft>
              <a:buClr>
                <a:schemeClr val="dk1"/>
              </a:buClr>
              <a:buSzPts val="1100"/>
              <a:buFont typeface="Arial"/>
              <a:buNone/>
            </a:pPr>
            <a:r>
              <a:rPr lang="en-US" sz="1865">
                <a:solidFill>
                  <a:srgbClr val="0000FF"/>
                </a:solidFill>
              </a:rPr>
              <a:t>INSERT INTO Customer</a:t>
            </a:r>
            <a:endParaRPr sz="1865">
              <a:solidFill>
                <a:srgbClr val="0000FF"/>
              </a:solidFill>
            </a:endParaRPr>
          </a:p>
          <a:p>
            <a:pPr indent="0" lvl="0" marL="0" rtl="0" algn="l">
              <a:lnSpc>
                <a:spcPct val="70000"/>
              </a:lnSpc>
              <a:spcBef>
                <a:spcPts val="0"/>
              </a:spcBef>
              <a:spcAft>
                <a:spcPts val="0"/>
              </a:spcAft>
              <a:buClr>
                <a:schemeClr val="dk1"/>
              </a:buClr>
              <a:buSzPts val="1100"/>
              <a:buFont typeface="Arial"/>
              <a:buNone/>
            </a:pPr>
            <a:r>
              <a:rPr lang="en-US" sz="1865">
                <a:solidFill>
                  <a:srgbClr val="0000FF"/>
                </a:solidFill>
              </a:rPr>
              <a:t>VALUES (1, 'Shubham', 'Thakur', 'India','23','xxxxxxxxxx'),</a:t>
            </a:r>
            <a:endParaRPr sz="1865">
              <a:solidFill>
                <a:srgbClr val="0000FF"/>
              </a:solidFill>
            </a:endParaRPr>
          </a:p>
          <a:p>
            <a:pPr indent="0" lvl="0" marL="0" rtl="0" algn="l">
              <a:lnSpc>
                <a:spcPct val="70000"/>
              </a:lnSpc>
              <a:spcBef>
                <a:spcPts val="0"/>
              </a:spcBef>
              <a:spcAft>
                <a:spcPts val="0"/>
              </a:spcAft>
              <a:buClr>
                <a:schemeClr val="dk1"/>
              </a:buClr>
              <a:buSzPts val="1100"/>
              <a:buFont typeface="Arial"/>
              <a:buNone/>
            </a:pPr>
            <a:r>
              <a:rPr lang="en-US" sz="1865">
                <a:solidFill>
                  <a:srgbClr val="0000FF"/>
                </a:solidFill>
              </a:rPr>
              <a:t>       (2, 'Aman ', 'Chopra', 'Australia','21','xxxxxxxxxx'),</a:t>
            </a:r>
            <a:endParaRPr sz="1865">
              <a:solidFill>
                <a:srgbClr val="0000FF"/>
              </a:solidFill>
            </a:endParaRPr>
          </a:p>
          <a:p>
            <a:pPr indent="0" lvl="0" marL="0" rtl="0" algn="l">
              <a:lnSpc>
                <a:spcPct val="70000"/>
              </a:lnSpc>
              <a:spcBef>
                <a:spcPts val="0"/>
              </a:spcBef>
              <a:spcAft>
                <a:spcPts val="0"/>
              </a:spcAft>
              <a:buClr>
                <a:schemeClr val="dk1"/>
              </a:buClr>
              <a:buSzPts val="1100"/>
              <a:buFont typeface="Arial"/>
              <a:buNone/>
            </a:pPr>
            <a:r>
              <a:rPr lang="en-US" sz="1865">
                <a:solidFill>
                  <a:srgbClr val="0000FF"/>
                </a:solidFill>
              </a:rPr>
              <a:t>       (3, 'Naveen', 'Tulasi', 'Sri lanka','24','xxxxxxxxxx'),</a:t>
            </a:r>
            <a:endParaRPr sz="1865">
              <a:solidFill>
                <a:srgbClr val="0000FF"/>
              </a:solidFill>
            </a:endParaRPr>
          </a:p>
          <a:p>
            <a:pPr indent="0" lvl="0" marL="0" rtl="0" algn="l">
              <a:lnSpc>
                <a:spcPct val="70000"/>
              </a:lnSpc>
              <a:spcBef>
                <a:spcPts val="0"/>
              </a:spcBef>
              <a:spcAft>
                <a:spcPts val="0"/>
              </a:spcAft>
              <a:buClr>
                <a:schemeClr val="dk1"/>
              </a:buClr>
              <a:buSzPts val="1100"/>
              <a:buFont typeface="Arial"/>
              <a:buNone/>
            </a:pPr>
            <a:r>
              <a:rPr lang="en-US" sz="1865">
                <a:solidFill>
                  <a:srgbClr val="0000FF"/>
                </a:solidFill>
              </a:rPr>
              <a:t>       (4, 'Aditya', 'Arpan', 'Austria','21','xxxxxxxxxx'),</a:t>
            </a:r>
            <a:endParaRPr sz="1865">
              <a:solidFill>
                <a:srgbClr val="0000FF"/>
              </a:solidFill>
            </a:endParaRPr>
          </a:p>
          <a:p>
            <a:pPr indent="0" lvl="0" marL="0" rtl="0" algn="l">
              <a:lnSpc>
                <a:spcPct val="70000"/>
              </a:lnSpc>
              <a:spcBef>
                <a:spcPts val="0"/>
              </a:spcBef>
              <a:spcAft>
                <a:spcPts val="0"/>
              </a:spcAft>
              <a:buClr>
                <a:schemeClr val="dk1"/>
              </a:buClr>
              <a:buSzPts val="1100"/>
              <a:buFont typeface="Arial"/>
              <a:buNone/>
            </a:pPr>
            <a:r>
              <a:rPr lang="en-US" sz="1865">
                <a:solidFill>
                  <a:srgbClr val="0000FF"/>
                </a:solidFill>
              </a:rPr>
              <a:t>       (5, 'Nishant. Salchichas S.A.', 'Jain', 'Spain','22','xxxxxxxxxx');</a:t>
            </a:r>
            <a:endParaRPr sz="1865">
              <a:solidFill>
                <a:srgbClr val="0000FF"/>
              </a:solidFill>
            </a:endParaRPr>
          </a:p>
          <a:p>
            <a:pPr indent="0" lvl="0" marL="0" rtl="0" algn="l">
              <a:lnSpc>
                <a:spcPct val="70000"/>
              </a:lnSpc>
              <a:spcBef>
                <a:spcPts val="0"/>
              </a:spcBef>
              <a:spcAft>
                <a:spcPts val="0"/>
              </a:spcAft>
              <a:buSzPts val="1018"/>
              <a:buNone/>
            </a:pPr>
            <a:r>
              <a:t/>
            </a:r>
            <a:endParaRPr sz="1865">
              <a:solidFill>
                <a:srgbClr val="0000FF"/>
              </a:solidFill>
            </a:endParaRPr>
          </a:p>
          <a:p>
            <a:pPr indent="0" lvl="0" marL="0" rtl="0" algn="l">
              <a:lnSpc>
                <a:spcPct val="70000"/>
              </a:lnSpc>
              <a:spcBef>
                <a:spcPts val="0"/>
              </a:spcBef>
              <a:spcAft>
                <a:spcPts val="0"/>
              </a:spcAft>
              <a:buSzPts val="1018"/>
              <a:buNone/>
            </a:pPr>
            <a:r>
              <a:t/>
            </a:r>
            <a:endParaRPr sz="1865"/>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g283a0ad4a90_0_387"/>
          <p:cNvSpPr txBox="1"/>
          <p:nvPr>
            <p:ph type="title"/>
          </p:nvPr>
        </p:nvSpPr>
        <p:spPr>
          <a:xfrm>
            <a:off x="762000" y="715950"/>
            <a:ext cx="9455700" cy="118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Quattrocento Sans"/>
              <a:buNone/>
            </a:pPr>
            <a:r>
              <a:rPr lang="en-US"/>
              <a:t>Select</a:t>
            </a:r>
            <a:r>
              <a:rPr lang="en-US"/>
              <a:t> Command : Fetch from table</a:t>
            </a:r>
            <a:endParaRPr/>
          </a:p>
        </p:txBody>
      </p:sp>
      <p:sp>
        <p:nvSpPr>
          <p:cNvPr id="379" name="Google Shape;379;g283a0ad4a90_0_387"/>
          <p:cNvSpPr txBox="1"/>
          <p:nvPr>
            <p:ph idx="1" type="body"/>
          </p:nvPr>
        </p:nvSpPr>
        <p:spPr>
          <a:xfrm>
            <a:off x="1008925" y="1904850"/>
            <a:ext cx="7325100" cy="4589100"/>
          </a:xfrm>
          <a:prstGeom prst="rect">
            <a:avLst/>
          </a:prstGeom>
          <a:noFill/>
          <a:ln>
            <a:noFill/>
          </a:ln>
        </p:spPr>
        <p:txBody>
          <a:bodyPr anchorCtr="0" anchor="t" bIns="45700" lIns="91425" spcFirstLastPara="1" rIns="91425" wrap="square" tIns="45700">
            <a:noAutofit/>
          </a:bodyPr>
          <a:lstStyle/>
          <a:p>
            <a:pPr indent="0" lvl="0" marL="0" rtl="0" algn="l">
              <a:lnSpc>
                <a:spcPct val="70000"/>
              </a:lnSpc>
              <a:spcBef>
                <a:spcPts val="0"/>
              </a:spcBef>
              <a:spcAft>
                <a:spcPts val="0"/>
              </a:spcAft>
              <a:buSzPts val="1100"/>
              <a:buNone/>
            </a:pPr>
            <a:r>
              <a:rPr lang="en-US" sz="1865">
                <a:solidFill>
                  <a:srgbClr val="FF0000"/>
                </a:solidFill>
              </a:rPr>
              <a:t>SELECT column1,column2 FROM table_name ;</a:t>
            </a:r>
            <a:endParaRPr sz="1865">
              <a:solidFill>
                <a:srgbClr val="FF0000"/>
              </a:solidFill>
            </a:endParaRPr>
          </a:p>
          <a:p>
            <a:pPr indent="0" lvl="0" marL="0" rtl="0" algn="l">
              <a:lnSpc>
                <a:spcPct val="70000"/>
              </a:lnSpc>
              <a:spcBef>
                <a:spcPts val="0"/>
              </a:spcBef>
              <a:spcAft>
                <a:spcPts val="0"/>
              </a:spcAft>
              <a:buSzPts val="1100"/>
              <a:buNone/>
            </a:pPr>
            <a:r>
              <a:t/>
            </a:r>
            <a:endParaRPr sz="1865">
              <a:solidFill>
                <a:srgbClr val="FF0000"/>
              </a:solidFill>
            </a:endParaRPr>
          </a:p>
          <a:p>
            <a:pPr indent="0" lvl="0" marL="0" rtl="0" algn="l">
              <a:lnSpc>
                <a:spcPct val="70000"/>
              </a:lnSpc>
              <a:spcBef>
                <a:spcPts val="0"/>
              </a:spcBef>
              <a:spcAft>
                <a:spcPts val="0"/>
              </a:spcAft>
              <a:buSzPts val="1100"/>
              <a:buNone/>
            </a:pPr>
            <a:r>
              <a:rPr lang="en-US" sz="1865">
                <a:solidFill>
                  <a:srgbClr val="FF0000"/>
                </a:solidFill>
              </a:rPr>
              <a:t>SELECT * FROM table_name; </a:t>
            </a:r>
            <a:endParaRPr sz="1865">
              <a:solidFill>
                <a:srgbClr val="FF0000"/>
              </a:solidFill>
            </a:endParaRPr>
          </a:p>
          <a:p>
            <a:pPr indent="0" lvl="0" marL="0" rtl="0" algn="l">
              <a:lnSpc>
                <a:spcPct val="70000"/>
              </a:lnSpc>
              <a:spcBef>
                <a:spcPts val="0"/>
              </a:spcBef>
              <a:spcAft>
                <a:spcPts val="0"/>
              </a:spcAft>
              <a:buSzPts val="1100"/>
              <a:buNone/>
            </a:pPr>
            <a:r>
              <a:t/>
            </a:r>
            <a:endParaRPr sz="1865">
              <a:solidFill>
                <a:srgbClr val="FF0000"/>
              </a:solidFill>
            </a:endParaRPr>
          </a:p>
          <a:p>
            <a:pPr indent="0" lvl="0" marL="0" rtl="0" algn="l">
              <a:lnSpc>
                <a:spcPct val="70000"/>
              </a:lnSpc>
              <a:spcBef>
                <a:spcPts val="0"/>
              </a:spcBef>
              <a:spcAft>
                <a:spcPts val="0"/>
              </a:spcAft>
              <a:buSzPts val="1018"/>
              <a:buNone/>
            </a:pPr>
            <a:r>
              <a:t/>
            </a:r>
            <a:endParaRPr sz="1865">
              <a:solidFill>
                <a:srgbClr val="FF0000"/>
              </a:solidFill>
            </a:endParaRPr>
          </a:p>
          <a:p>
            <a:pPr indent="0" lvl="0" marL="0" rtl="0" algn="l">
              <a:lnSpc>
                <a:spcPct val="70000"/>
              </a:lnSpc>
              <a:spcBef>
                <a:spcPts val="0"/>
              </a:spcBef>
              <a:spcAft>
                <a:spcPts val="0"/>
              </a:spcAft>
              <a:buSzPts val="1018"/>
              <a:buNone/>
            </a:pPr>
            <a:r>
              <a:t/>
            </a:r>
            <a:endParaRPr sz="1865"/>
          </a:p>
          <a:p>
            <a:pPr indent="0" lvl="0" marL="0" rtl="0" algn="l">
              <a:lnSpc>
                <a:spcPct val="70000"/>
              </a:lnSpc>
              <a:spcBef>
                <a:spcPts val="0"/>
              </a:spcBef>
              <a:spcAft>
                <a:spcPts val="0"/>
              </a:spcAft>
              <a:buSzPts val="1100"/>
              <a:buNone/>
            </a:pPr>
            <a:r>
              <a:rPr lang="en-US" sz="1865">
                <a:solidFill>
                  <a:srgbClr val="5393B7"/>
                </a:solidFill>
              </a:rPr>
              <a:t>SELECT CustomerName, LastName FROM Customer;</a:t>
            </a:r>
            <a:endParaRPr sz="1865">
              <a:solidFill>
                <a:srgbClr val="5393B7"/>
              </a:solidFill>
            </a:endParaRPr>
          </a:p>
          <a:p>
            <a:pPr indent="0" lvl="0" marL="0" rtl="0" algn="l">
              <a:lnSpc>
                <a:spcPct val="70000"/>
              </a:lnSpc>
              <a:spcBef>
                <a:spcPts val="0"/>
              </a:spcBef>
              <a:spcAft>
                <a:spcPts val="0"/>
              </a:spcAft>
              <a:buSzPts val="1100"/>
              <a:buNone/>
            </a:pPr>
            <a:r>
              <a:t/>
            </a:r>
            <a:endParaRPr sz="1865">
              <a:solidFill>
                <a:srgbClr val="5393B7"/>
              </a:solidFill>
            </a:endParaRPr>
          </a:p>
          <a:p>
            <a:pPr indent="0" lvl="0" marL="0" rtl="0" algn="l">
              <a:lnSpc>
                <a:spcPct val="70000"/>
              </a:lnSpc>
              <a:spcBef>
                <a:spcPts val="0"/>
              </a:spcBef>
              <a:spcAft>
                <a:spcPts val="0"/>
              </a:spcAft>
              <a:buSzPts val="1100"/>
              <a:buNone/>
            </a:pPr>
            <a:r>
              <a:rPr lang="en-US" sz="1865">
                <a:solidFill>
                  <a:srgbClr val="5393B7"/>
                </a:solidFill>
              </a:rPr>
              <a:t> SELECT * FROM Customer;</a:t>
            </a:r>
            <a:endParaRPr sz="1865">
              <a:solidFill>
                <a:srgbClr val="5393B7"/>
              </a:solidFill>
            </a:endParaRPr>
          </a:p>
          <a:p>
            <a:pPr indent="0" lvl="0" marL="0" rtl="0" algn="l">
              <a:lnSpc>
                <a:spcPct val="70000"/>
              </a:lnSpc>
              <a:spcBef>
                <a:spcPts val="0"/>
              </a:spcBef>
              <a:spcAft>
                <a:spcPts val="0"/>
              </a:spcAft>
              <a:buSzPts val="1100"/>
              <a:buNone/>
            </a:pPr>
            <a:r>
              <a:t/>
            </a:r>
            <a:endParaRPr sz="1865">
              <a:solidFill>
                <a:srgbClr val="5393B7"/>
              </a:solidFill>
            </a:endParaRPr>
          </a:p>
          <a:p>
            <a:pPr indent="0" lvl="0" marL="0" rtl="0" algn="l">
              <a:lnSpc>
                <a:spcPct val="70000"/>
              </a:lnSpc>
              <a:spcBef>
                <a:spcPts val="0"/>
              </a:spcBef>
              <a:spcAft>
                <a:spcPts val="0"/>
              </a:spcAft>
              <a:buSzPts val="1100"/>
              <a:buNone/>
            </a:pPr>
            <a:r>
              <a:rPr lang="en-US" sz="1865">
                <a:solidFill>
                  <a:srgbClr val="5393B7"/>
                </a:solidFill>
              </a:rPr>
              <a:t>SELECT CustomerName FROM Customer where Age = '21';</a:t>
            </a:r>
            <a:endParaRPr sz="1865">
              <a:solidFill>
                <a:srgbClr val="5393B7"/>
              </a:solidFill>
            </a:endParaRPr>
          </a:p>
          <a:p>
            <a:pPr indent="0" lvl="0" marL="0" rtl="0" algn="l">
              <a:lnSpc>
                <a:spcPct val="70000"/>
              </a:lnSpc>
              <a:spcBef>
                <a:spcPts val="0"/>
              </a:spcBef>
              <a:spcAft>
                <a:spcPts val="0"/>
              </a:spcAft>
              <a:buSzPts val="1100"/>
              <a:buNone/>
            </a:pPr>
            <a:r>
              <a:t/>
            </a:r>
            <a:endParaRPr sz="1865">
              <a:solidFill>
                <a:srgbClr val="5393B7"/>
              </a:solidFill>
            </a:endParaRPr>
          </a:p>
          <a:p>
            <a:pPr indent="0" lvl="0" marL="0" rtl="0" algn="l">
              <a:lnSpc>
                <a:spcPct val="70000"/>
              </a:lnSpc>
              <a:spcBef>
                <a:spcPts val="0"/>
              </a:spcBef>
              <a:spcAft>
                <a:spcPts val="0"/>
              </a:spcAft>
              <a:buSzPts val="1018"/>
              <a:buNone/>
            </a:pPr>
            <a:r>
              <a:t/>
            </a:r>
            <a:endParaRPr sz="1865">
              <a:solidFill>
                <a:srgbClr val="0000FF"/>
              </a:solidFill>
            </a:endParaRPr>
          </a:p>
          <a:p>
            <a:pPr indent="0" lvl="0" marL="0" rtl="0" algn="l">
              <a:lnSpc>
                <a:spcPct val="70000"/>
              </a:lnSpc>
              <a:spcBef>
                <a:spcPts val="0"/>
              </a:spcBef>
              <a:spcAft>
                <a:spcPts val="0"/>
              </a:spcAft>
              <a:buSzPts val="1018"/>
              <a:buNone/>
            </a:pPr>
            <a:r>
              <a:t/>
            </a:r>
            <a:endParaRPr sz="1865"/>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g283a0ad4a90_0_397"/>
          <p:cNvSpPr txBox="1"/>
          <p:nvPr>
            <p:ph type="title"/>
          </p:nvPr>
        </p:nvSpPr>
        <p:spPr>
          <a:xfrm>
            <a:off x="762000" y="715950"/>
            <a:ext cx="9455700" cy="118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Quattrocento Sans"/>
              <a:buNone/>
            </a:pPr>
            <a:r>
              <a:rPr lang="en-US"/>
              <a:t>Update</a:t>
            </a:r>
            <a:r>
              <a:rPr lang="en-US"/>
              <a:t> Command</a:t>
            </a:r>
            <a:endParaRPr/>
          </a:p>
        </p:txBody>
      </p:sp>
      <p:sp>
        <p:nvSpPr>
          <p:cNvPr id="385" name="Google Shape;385;g283a0ad4a90_0_397"/>
          <p:cNvSpPr txBox="1"/>
          <p:nvPr>
            <p:ph idx="1" type="body"/>
          </p:nvPr>
        </p:nvSpPr>
        <p:spPr>
          <a:xfrm>
            <a:off x="762000" y="1904850"/>
            <a:ext cx="7325100" cy="4589100"/>
          </a:xfrm>
          <a:prstGeom prst="rect">
            <a:avLst/>
          </a:prstGeom>
          <a:noFill/>
          <a:ln>
            <a:noFill/>
          </a:ln>
        </p:spPr>
        <p:txBody>
          <a:bodyPr anchorCtr="0" anchor="t" bIns="45700" lIns="91425" spcFirstLastPara="1" rIns="91425" wrap="square" tIns="45700">
            <a:noAutofit/>
          </a:bodyPr>
          <a:lstStyle/>
          <a:p>
            <a:pPr indent="0" lvl="0" marL="0" rtl="0" algn="l">
              <a:lnSpc>
                <a:spcPct val="70000"/>
              </a:lnSpc>
              <a:spcBef>
                <a:spcPts val="0"/>
              </a:spcBef>
              <a:spcAft>
                <a:spcPts val="0"/>
              </a:spcAft>
              <a:buSzPts val="1018"/>
              <a:buNone/>
            </a:pPr>
            <a:r>
              <a:t/>
            </a:r>
            <a:endParaRPr sz="1865">
              <a:solidFill>
                <a:srgbClr val="FF0000"/>
              </a:solidFill>
            </a:endParaRPr>
          </a:p>
          <a:p>
            <a:pPr indent="0" lvl="0" marL="0" rtl="0" algn="l">
              <a:lnSpc>
                <a:spcPct val="70000"/>
              </a:lnSpc>
              <a:spcBef>
                <a:spcPts val="0"/>
              </a:spcBef>
              <a:spcAft>
                <a:spcPts val="0"/>
              </a:spcAft>
              <a:buSzPts val="1100"/>
              <a:buNone/>
            </a:pPr>
            <a:r>
              <a:t/>
            </a:r>
            <a:endParaRPr sz="1865">
              <a:solidFill>
                <a:srgbClr val="5393B7"/>
              </a:solidFill>
            </a:endParaRPr>
          </a:p>
          <a:p>
            <a:pPr indent="0" lvl="0" marL="0" rtl="0" algn="l">
              <a:lnSpc>
                <a:spcPct val="70000"/>
              </a:lnSpc>
              <a:spcBef>
                <a:spcPts val="0"/>
              </a:spcBef>
              <a:spcAft>
                <a:spcPts val="0"/>
              </a:spcAft>
              <a:buSzPts val="1100"/>
              <a:buNone/>
            </a:pPr>
            <a:r>
              <a:t/>
            </a:r>
            <a:endParaRPr sz="1865">
              <a:solidFill>
                <a:srgbClr val="5393B7"/>
              </a:solidFill>
            </a:endParaRPr>
          </a:p>
          <a:p>
            <a:pPr indent="0" lvl="0" marL="0" rtl="0" algn="l">
              <a:lnSpc>
                <a:spcPct val="70000"/>
              </a:lnSpc>
              <a:spcBef>
                <a:spcPts val="0"/>
              </a:spcBef>
              <a:spcAft>
                <a:spcPts val="0"/>
              </a:spcAft>
              <a:buSzPts val="1100"/>
              <a:buNone/>
            </a:pPr>
            <a:r>
              <a:rPr lang="en-US" sz="1865">
                <a:solidFill>
                  <a:srgbClr val="5393B7"/>
                </a:solidFill>
              </a:rPr>
              <a:t> </a:t>
            </a:r>
            <a:r>
              <a:rPr lang="en-US" sz="1865">
                <a:solidFill>
                  <a:srgbClr val="5393B7"/>
                </a:solidFill>
              </a:rPr>
              <a:t>UPDATE Customer SET CustomerName  = 'Nitin' WHERE Age = 22;</a:t>
            </a:r>
            <a:endParaRPr sz="1865">
              <a:solidFill>
                <a:srgbClr val="5393B7"/>
              </a:solidFill>
            </a:endParaRPr>
          </a:p>
          <a:p>
            <a:pPr indent="0" lvl="0" marL="0" rtl="0" algn="l">
              <a:lnSpc>
                <a:spcPct val="70000"/>
              </a:lnSpc>
              <a:spcBef>
                <a:spcPts val="0"/>
              </a:spcBef>
              <a:spcAft>
                <a:spcPts val="0"/>
              </a:spcAft>
              <a:buSzPts val="1100"/>
              <a:buNone/>
            </a:pPr>
            <a:r>
              <a:t/>
            </a:r>
            <a:endParaRPr sz="1865">
              <a:solidFill>
                <a:srgbClr val="5393B7"/>
              </a:solidFill>
            </a:endParaRPr>
          </a:p>
          <a:p>
            <a:pPr indent="0" lvl="0" marL="0" rtl="0" algn="l">
              <a:lnSpc>
                <a:spcPct val="70000"/>
              </a:lnSpc>
              <a:spcBef>
                <a:spcPts val="0"/>
              </a:spcBef>
              <a:spcAft>
                <a:spcPts val="0"/>
              </a:spcAft>
              <a:buSzPts val="1100"/>
              <a:buNone/>
            </a:pPr>
            <a:r>
              <a:t/>
            </a:r>
            <a:endParaRPr sz="1865">
              <a:solidFill>
                <a:srgbClr val="5393B7"/>
              </a:solidFill>
            </a:endParaRPr>
          </a:p>
          <a:p>
            <a:pPr indent="0" lvl="0" marL="0" rtl="0" algn="l">
              <a:lnSpc>
                <a:spcPct val="70000"/>
              </a:lnSpc>
              <a:spcBef>
                <a:spcPts val="0"/>
              </a:spcBef>
              <a:spcAft>
                <a:spcPts val="0"/>
              </a:spcAft>
              <a:buSzPts val="1100"/>
              <a:buNone/>
            </a:pPr>
            <a:r>
              <a:rPr lang="en-US" sz="1865">
                <a:solidFill>
                  <a:srgbClr val="5393B7"/>
                </a:solidFill>
              </a:rPr>
              <a:t>UPDATE Customer SET CustomerName = 'Satyam', Country = 'USA' WHERE CustomerID = 1;</a:t>
            </a:r>
            <a:endParaRPr sz="1865">
              <a:solidFill>
                <a:srgbClr val="5393B7"/>
              </a:solidFill>
            </a:endParaRPr>
          </a:p>
          <a:p>
            <a:pPr indent="0" lvl="0" marL="0" rtl="0" algn="l">
              <a:lnSpc>
                <a:spcPct val="70000"/>
              </a:lnSpc>
              <a:spcBef>
                <a:spcPts val="0"/>
              </a:spcBef>
              <a:spcAft>
                <a:spcPts val="0"/>
              </a:spcAft>
              <a:buSzPts val="1100"/>
              <a:buNone/>
            </a:pPr>
            <a:r>
              <a:t/>
            </a:r>
            <a:endParaRPr sz="1865">
              <a:solidFill>
                <a:srgbClr val="5393B7"/>
              </a:solidFill>
            </a:endParaRPr>
          </a:p>
          <a:p>
            <a:pPr indent="0" lvl="0" marL="0" rtl="0" algn="l">
              <a:lnSpc>
                <a:spcPct val="70000"/>
              </a:lnSpc>
              <a:spcBef>
                <a:spcPts val="0"/>
              </a:spcBef>
              <a:spcAft>
                <a:spcPts val="0"/>
              </a:spcAft>
              <a:buSzPts val="1100"/>
              <a:buNone/>
            </a:pPr>
            <a:r>
              <a:rPr lang="en-US" sz="1865">
                <a:solidFill>
                  <a:srgbClr val="5393B7"/>
                </a:solidFill>
              </a:rPr>
              <a:t>UPDATE Customer SET CustomerName = 'Shubham';</a:t>
            </a:r>
            <a:endParaRPr sz="1865">
              <a:solidFill>
                <a:srgbClr val="5393B7"/>
              </a:solidFill>
            </a:endParaRPr>
          </a:p>
          <a:p>
            <a:pPr indent="0" lvl="0" marL="0" rtl="0" algn="l">
              <a:lnSpc>
                <a:spcPct val="70000"/>
              </a:lnSpc>
              <a:spcBef>
                <a:spcPts val="0"/>
              </a:spcBef>
              <a:spcAft>
                <a:spcPts val="0"/>
              </a:spcAft>
              <a:buSzPts val="1100"/>
              <a:buNone/>
            </a:pPr>
            <a:r>
              <a:t/>
            </a:r>
            <a:endParaRPr sz="1865">
              <a:solidFill>
                <a:srgbClr val="5393B7"/>
              </a:solidFill>
            </a:endParaRPr>
          </a:p>
          <a:p>
            <a:pPr indent="0" lvl="0" marL="0" rtl="0" algn="l">
              <a:lnSpc>
                <a:spcPct val="70000"/>
              </a:lnSpc>
              <a:spcBef>
                <a:spcPts val="0"/>
              </a:spcBef>
              <a:spcAft>
                <a:spcPts val="0"/>
              </a:spcAft>
              <a:buSzPts val="1100"/>
              <a:buNone/>
            </a:pPr>
            <a:r>
              <a:t/>
            </a:r>
            <a:endParaRPr sz="1865">
              <a:solidFill>
                <a:srgbClr val="5393B7"/>
              </a:solidFill>
            </a:endParaRPr>
          </a:p>
          <a:p>
            <a:pPr indent="0" lvl="0" marL="0" rtl="0" algn="l">
              <a:lnSpc>
                <a:spcPct val="70000"/>
              </a:lnSpc>
              <a:spcBef>
                <a:spcPts val="0"/>
              </a:spcBef>
              <a:spcAft>
                <a:spcPts val="0"/>
              </a:spcAft>
              <a:buSzPts val="1018"/>
              <a:buNone/>
            </a:pPr>
            <a:r>
              <a:t/>
            </a:r>
            <a:endParaRPr sz="1865">
              <a:solidFill>
                <a:srgbClr val="0000FF"/>
              </a:solidFill>
            </a:endParaRPr>
          </a:p>
          <a:p>
            <a:pPr indent="0" lvl="0" marL="0" rtl="0" algn="l">
              <a:lnSpc>
                <a:spcPct val="70000"/>
              </a:lnSpc>
              <a:spcBef>
                <a:spcPts val="0"/>
              </a:spcBef>
              <a:spcAft>
                <a:spcPts val="0"/>
              </a:spcAft>
              <a:buSzPts val="1018"/>
              <a:buNone/>
            </a:pPr>
            <a:r>
              <a:t/>
            </a:r>
            <a:endParaRPr sz="1865"/>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g283a0ad4a90_0_408"/>
          <p:cNvSpPr txBox="1"/>
          <p:nvPr>
            <p:ph type="title"/>
          </p:nvPr>
        </p:nvSpPr>
        <p:spPr>
          <a:xfrm>
            <a:off x="762000" y="715950"/>
            <a:ext cx="9455700" cy="118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Quattrocento Sans"/>
              <a:buNone/>
            </a:pPr>
            <a:r>
              <a:rPr lang="en-US"/>
              <a:t>Delete</a:t>
            </a:r>
            <a:r>
              <a:rPr lang="en-US"/>
              <a:t> Command</a:t>
            </a:r>
            <a:endParaRPr/>
          </a:p>
        </p:txBody>
      </p:sp>
      <p:sp>
        <p:nvSpPr>
          <p:cNvPr id="391" name="Google Shape;391;g283a0ad4a90_0_408"/>
          <p:cNvSpPr txBox="1"/>
          <p:nvPr>
            <p:ph idx="1" type="body"/>
          </p:nvPr>
        </p:nvSpPr>
        <p:spPr>
          <a:xfrm>
            <a:off x="583200" y="1904850"/>
            <a:ext cx="7325100" cy="4589100"/>
          </a:xfrm>
          <a:prstGeom prst="rect">
            <a:avLst/>
          </a:prstGeom>
          <a:noFill/>
          <a:ln>
            <a:noFill/>
          </a:ln>
        </p:spPr>
        <p:txBody>
          <a:bodyPr anchorCtr="0" anchor="t" bIns="45700" lIns="91425" spcFirstLastPara="1" rIns="91425" wrap="square" tIns="45700">
            <a:noAutofit/>
          </a:bodyPr>
          <a:lstStyle/>
          <a:p>
            <a:pPr indent="0" lvl="0" marL="0" rtl="0" algn="l">
              <a:lnSpc>
                <a:spcPct val="70000"/>
              </a:lnSpc>
              <a:spcBef>
                <a:spcPts val="0"/>
              </a:spcBef>
              <a:spcAft>
                <a:spcPts val="0"/>
              </a:spcAft>
              <a:buSzPts val="1018"/>
              <a:buNone/>
            </a:pPr>
            <a:r>
              <a:t/>
            </a:r>
            <a:endParaRPr sz="1865">
              <a:solidFill>
                <a:srgbClr val="FF0000"/>
              </a:solidFill>
            </a:endParaRPr>
          </a:p>
          <a:p>
            <a:pPr indent="0" lvl="0" marL="0" rtl="0" algn="l">
              <a:lnSpc>
                <a:spcPct val="70000"/>
              </a:lnSpc>
              <a:spcBef>
                <a:spcPts val="0"/>
              </a:spcBef>
              <a:spcAft>
                <a:spcPts val="0"/>
              </a:spcAft>
              <a:buSzPts val="1100"/>
              <a:buNone/>
            </a:pPr>
            <a:r>
              <a:t/>
            </a:r>
            <a:endParaRPr sz="1865">
              <a:solidFill>
                <a:srgbClr val="5393B7"/>
              </a:solidFill>
            </a:endParaRPr>
          </a:p>
          <a:p>
            <a:pPr indent="0" lvl="0" marL="0" rtl="0" algn="l">
              <a:lnSpc>
                <a:spcPct val="70000"/>
              </a:lnSpc>
              <a:spcBef>
                <a:spcPts val="0"/>
              </a:spcBef>
              <a:spcAft>
                <a:spcPts val="0"/>
              </a:spcAft>
              <a:buSzPts val="1100"/>
              <a:buNone/>
            </a:pPr>
            <a:r>
              <a:t/>
            </a:r>
            <a:endParaRPr sz="1865">
              <a:solidFill>
                <a:srgbClr val="5393B7"/>
              </a:solidFill>
            </a:endParaRPr>
          </a:p>
          <a:p>
            <a:pPr indent="0" lvl="0" marL="0" rtl="0" algn="l">
              <a:lnSpc>
                <a:spcPct val="70000"/>
              </a:lnSpc>
              <a:spcBef>
                <a:spcPts val="0"/>
              </a:spcBef>
              <a:spcAft>
                <a:spcPts val="0"/>
              </a:spcAft>
              <a:buSzPts val="1100"/>
              <a:buNone/>
            </a:pPr>
            <a:r>
              <a:rPr lang="en-US" sz="1865">
                <a:solidFill>
                  <a:srgbClr val="5393B7"/>
                </a:solidFill>
              </a:rPr>
              <a:t> DELETE FROM Customer WHERE Age = 22;</a:t>
            </a:r>
            <a:endParaRPr sz="1865">
              <a:solidFill>
                <a:srgbClr val="5393B7"/>
              </a:solidFill>
            </a:endParaRPr>
          </a:p>
          <a:p>
            <a:pPr indent="0" lvl="0" marL="0" rtl="0" algn="l">
              <a:lnSpc>
                <a:spcPct val="70000"/>
              </a:lnSpc>
              <a:spcBef>
                <a:spcPts val="0"/>
              </a:spcBef>
              <a:spcAft>
                <a:spcPts val="0"/>
              </a:spcAft>
              <a:buSzPts val="1100"/>
              <a:buNone/>
            </a:pPr>
            <a:r>
              <a:t/>
            </a:r>
            <a:endParaRPr sz="1865">
              <a:solidFill>
                <a:srgbClr val="5393B7"/>
              </a:solidFill>
            </a:endParaRPr>
          </a:p>
          <a:p>
            <a:pPr indent="0" lvl="0" marL="0" rtl="0" algn="l">
              <a:lnSpc>
                <a:spcPct val="70000"/>
              </a:lnSpc>
              <a:spcBef>
                <a:spcPts val="0"/>
              </a:spcBef>
              <a:spcAft>
                <a:spcPts val="0"/>
              </a:spcAft>
              <a:buSzPts val="1100"/>
              <a:buNone/>
            </a:pPr>
            <a:r>
              <a:t/>
            </a:r>
            <a:endParaRPr sz="1865">
              <a:solidFill>
                <a:srgbClr val="5393B7"/>
              </a:solidFill>
            </a:endParaRPr>
          </a:p>
          <a:p>
            <a:pPr indent="0" lvl="0" marL="0" rtl="0" algn="l">
              <a:lnSpc>
                <a:spcPct val="70000"/>
              </a:lnSpc>
              <a:spcBef>
                <a:spcPts val="0"/>
              </a:spcBef>
              <a:spcAft>
                <a:spcPts val="0"/>
              </a:spcAft>
              <a:buSzPts val="1100"/>
              <a:buNone/>
            </a:pPr>
            <a:r>
              <a:rPr lang="en-US" sz="1865">
                <a:solidFill>
                  <a:srgbClr val="5393B7"/>
                </a:solidFill>
              </a:rPr>
              <a:t>DELETE FROM Customer;</a:t>
            </a:r>
            <a:endParaRPr sz="1865">
              <a:solidFill>
                <a:srgbClr val="5393B7"/>
              </a:solidFill>
            </a:endParaRPr>
          </a:p>
          <a:p>
            <a:pPr indent="0" lvl="0" marL="0" rtl="0" algn="l">
              <a:lnSpc>
                <a:spcPct val="70000"/>
              </a:lnSpc>
              <a:spcBef>
                <a:spcPts val="0"/>
              </a:spcBef>
              <a:spcAft>
                <a:spcPts val="0"/>
              </a:spcAft>
              <a:buSzPts val="1100"/>
              <a:buNone/>
            </a:pPr>
            <a:r>
              <a:t/>
            </a:r>
            <a:endParaRPr sz="1865">
              <a:solidFill>
                <a:srgbClr val="5393B7"/>
              </a:solidFill>
            </a:endParaRPr>
          </a:p>
          <a:p>
            <a:pPr indent="0" lvl="0" marL="0" rtl="0" algn="l">
              <a:lnSpc>
                <a:spcPct val="70000"/>
              </a:lnSpc>
              <a:spcBef>
                <a:spcPts val="0"/>
              </a:spcBef>
              <a:spcAft>
                <a:spcPts val="0"/>
              </a:spcAft>
              <a:buSzPts val="1100"/>
              <a:buNone/>
            </a:pPr>
            <a:r>
              <a:t/>
            </a:r>
            <a:endParaRPr sz="1865">
              <a:solidFill>
                <a:srgbClr val="5393B7"/>
              </a:solidFill>
            </a:endParaRPr>
          </a:p>
          <a:p>
            <a:pPr indent="0" lvl="0" marL="0" rtl="0" algn="l">
              <a:lnSpc>
                <a:spcPct val="70000"/>
              </a:lnSpc>
              <a:spcBef>
                <a:spcPts val="0"/>
              </a:spcBef>
              <a:spcAft>
                <a:spcPts val="0"/>
              </a:spcAft>
              <a:buSzPts val="1018"/>
              <a:buNone/>
            </a:pPr>
            <a:r>
              <a:t/>
            </a:r>
            <a:endParaRPr sz="1865">
              <a:solidFill>
                <a:srgbClr val="0000FF"/>
              </a:solidFill>
            </a:endParaRPr>
          </a:p>
          <a:p>
            <a:pPr indent="0" lvl="0" marL="0" rtl="0" algn="l">
              <a:lnSpc>
                <a:spcPct val="70000"/>
              </a:lnSpc>
              <a:spcBef>
                <a:spcPts val="0"/>
              </a:spcBef>
              <a:spcAft>
                <a:spcPts val="0"/>
              </a:spcAft>
              <a:buSzPts val="1018"/>
              <a:buNone/>
            </a:pPr>
            <a:r>
              <a:t/>
            </a:r>
            <a:endParaRPr sz="1865"/>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g2be0b24f419_0_0"/>
          <p:cNvSpPr txBox="1"/>
          <p:nvPr>
            <p:ph type="title"/>
          </p:nvPr>
        </p:nvSpPr>
        <p:spPr>
          <a:xfrm>
            <a:off x="762000" y="715950"/>
            <a:ext cx="9455700" cy="118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Quattrocento Sans"/>
              <a:buNone/>
            </a:pPr>
            <a:r>
              <a:rPr lang="en-US"/>
              <a:t>Aggregate Commands: </a:t>
            </a:r>
            <a:endParaRPr/>
          </a:p>
        </p:txBody>
      </p:sp>
      <p:sp>
        <p:nvSpPr>
          <p:cNvPr id="397" name="Google Shape;397;g2be0b24f419_0_0"/>
          <p:cNvSpPr txBox="1"/>
          <p:nvPr>
            <p:ph idx="1" type="body"/>
          </p:nvPr>
        </p:nvSpPr>
        <p:spPr>
          <a:xfrm>
            <a:off x="762000" y="1905000"/>
            <a:ext cx="7325100" cy="4589100"/>
          </a:xfrm>
          <a:prstGeom prst="rect">
            <a:avLst/>
          </a:prstGeom>
          <a:noFill/>
          <a:ln>
            <a:noFill/>
          </a:ln>
        </p:spPr>
        <p:txBody>
          <a:bodyPr anchorCtr="0" anchor="t" bIns="45700" lIns="91425" spcFirstLastPara="1" rIns="91425" wrap="square" tIns="45700">
            <a:noAutofit/>
          </a:bodyPr>
          <a:lstStyle/>
          <a:p>
            <a:pPr indent="0" lvl="0" marL="0" rtl="0" algn="l">
              <a:lnSpc>
                <a:spcPct val="70000"/>
              </a:lnSpc>
              <a:spcBef>
                <a:spcPts val="0"/>
              </a:spcBef>
              <a:spcAft>
                <a:spcPts val="0"/>
              </a:spcAft>
              <a:buClr>
                <a:schemeClr val="dk1"/>
              </a:buClr>
              <a:buSzPts val="1100"/>
              <a:buFont typeface="Arial"/>
              <a:buNone/>
            </a:pPr>
            <a:r>
              <a:rPr lang="en-US" sz="1865"/>
              <a:t>CREATE TABLE students (</a:t>
            </a:r>
            <a:endParaRPr sz="1865"/>
          </a:p>
          <a:p>
            <a:pPr indent="0" lvl="0" marL="0" rtl="0" algn="l">
              <a:lnSpc>
                <a:spcPct val="70000"/>
              </a:lnSpc>
              <a:spcBef>
                <a:spcPts val="0"/>
              </a:spcBef>
              <a:spcAft>
                <a:spcPts val="0"/>
              </a:spcAft>
              <a:buClr>
                <a:schemeClr val="dk1"/>
              </a:buClr>
              <a:buSzPts val="1100"/>
              <a:buFont typeface="Arial"/>
              <a:buNone/>
            </a:pPr>
            <a:r>
              <a:rPr lang="en-US" sz="1865"/>
              <a:t>    id INT PRIMARY KEY,</a:t>
            </a:r>
            <a:endParaRPr sz="1865"/>
          </a:p>
          <a:p>
            <a:pPr indent="0" lvl="0" marL="0" rtl="0" algn="l">
              <a:lnSpc>
                <a:spcPct val="70000"/>
              </a:lnSpc>
              <a:spcBef>
                <a:spcPts val="0"/>
              </a:spcBef>
              <a:spcAft>
                <a:spcPts val="0"/>
              </a:spcAft>
              <a:buClr>
                <a:schemeClr val="dk1"/>
              </a:buClr>
              <a:buSzPts val="1100"/>
              <a:buFont typeface="Arial"/>
              <a:buNone/>
            </a:pPr>
            <a:r>
              <a:rPr lang="en-US" sz="1865"/>
              <a:t>    name VARCHAR(255),</a:t>
            </a:r>
            <a:endParaRPr sz="1865"/>
          </a:p>
          <a:p>
            <a:pPr indent="0" lvl="0" marL="0" rtl="0" algn="l">
              <a:lnSpc>
                <a:spcPct val="70000"/>
              </a:lnSpc>
              <a:spcBef>
                <a:spcPts val="0"/>
              </a:spcBef>
              <a:spcAft>
                <a:spcPts val="0"/>
              </a:spcAft>
              <a:buClr>
                <a:schemeClr val="dk1"/>
              </a:buClr>
              <a:buSzPts val="1100"/>
              <a:buFont typeface="Arial"/>
              <a:buNone/>
            </a:pPr>
            <a:r>
              <a:rPr lang="en-US" sz="1865"/>
              <a:t>    age INT,</a:t>
            </a:r>
            <a:endParaRPr sz="1865"/>
          </a:p>
          <a:p>
            <a:pPr indent="0" lvl="0" marL="0" rtl="0" algn="l">
              <a:lnSpc>
                <a:spcPct val="70000"/>
              </a:lnSpc>
              <a:spcBef>
                <a:spcPts val="0"/>
              </a:spcBef>
              <a:spcAft>
                <a:spcPts val="0"/>
              </a:spcAft>
              <a:buClr>
                <a:schemeClr val="dk1"/>
              </a:buClr>
              <a:buSzPts val="1100"/>
              <a:buFont typeface="Arial"/>
              <a:buNone/>
            </a:pPr>
            <a:r>
              <a:rPr lang="en-US" sz="1865"/>
              <a:t>    marks INT</a:t>
            </a:r>
            <a:endParaRPr sz="1865"/>
          </a:p>
          <a:p>
            <a:pPr indent="0" lvl="0" marL="0" rtl="0" algn="l">
              <a:lnSpc>
                <a:spcPct val="70000"/>
              </a:lnSpc>
              <a:spcBef>
                <a:spcPts val="0"/>
              </a:spcBef>
              <a:spcAft>
                <a:spcPts val="0"/>
              </a:spcAft>
              <a:buClr>
                <a:schemeClr val="dk1"/>
              </a:buClr>
              <a:buSzPts val="1100"/>
              <a:buFont typeface="Arial"/>
              <a:buNone/>
            </a:pPr>
            <a:r>
              <a:rPr lang="en-US" sz="1865"/>
              <a:t>);</a:t>
            </a:r>
            <a:endParaRPr sz="1865"/>
          </a:p>
          <a:p>
            <a:pPr indent="0" lvl="0" marL="0" rtl="0" algn="l">
              <a:lnSpc>
                <a:spcPct val="70000"/>
              </a:lnSpc>
              <a:spcBef>
                <a:spcPts val="0"/>
              </a:spcBef>
              <a:spcAft>
                <a:spcPts val="0"/>
              </a:spcAft>
              <a:buClr>
                <a:schemeClr val="dk1"/>
              </a:buClr>
              <a:buSzPts val="1100"/>
              <a:buFont typeface="Arial"/>
              <a:buNone/>
            </a:pPr>
            <a:r>
              <a:t/>
            </a:r>
            <a:endParaRPr sz="1865"/>
          </a:p>
          <a:p>
            <a:pPr indent="0" lvl="0" marL="0" rtl="0" algn="l">
              <a:lnSpc>
                <a:spcPct val="70000"/>
              </a:lnSpc>
              <a:spcBef>
                <a:spcPts val="0"/>
              </a:spcBef>
              <a:spcAft>
                <a:spcPts val="0"/>
              </a:spcAft>
              <a:buSzPts val="1018"/>
              <a:buNone/>
            </a:pPr>
            <a:r>
              <a:t/>
            </a:r>
            <a:endParaRPr sz="1865"/>
          </a:p>
          <a:p>
            <a:pPr indent="0" lvl="0" marL="0" rtl="0" algn="l">
              <a:lnSpc>
                <a:spcPct val="70000"/>
              </a:lnSpc>
              <a:spcBef>
                <a:spcPts val="0"/>
              </a:spcBef>
              <a:spcAft>
                <a:spcPts val="0"/>
              </a:spcAft>
              <a:buClr>
                <a:schemeClr val="dk1"/>
              </a:buClr>
              <a:buSzPts val="1100"/>
              <a:buFont typeface="Arial"/>
              <a:buNone/>
            </a:pPr>
            <a:r>
              <a:rPr lang="en-US" sz="1865"/>
              <a:t>INSERT INTO students (id, name, age, marks) VALUES</a:t>
            </a:r>
            <a:endParaRPr sz="1865"/>
          </a:p>
          <a:p>
            <a:pPr indent="0" lvl="0" marL="0" rtl="0" algn="l">
              <a:lnSpc>
                <a:spcPct val="70000"/>
              </a:lnSpc>
              <a:spcBef>
                <a:spcPts val="0"/>
              </a:spcBef>
              <a:spcAft>
                <a:spcPts val="0"/>
              </a:spcAft>
              <a:buClr>
                <a:schemeClr val="dk1"/>
              </a:buClr>
              <a:buSzPts val="1100"/>
              <a:buFont typeface="Arial"/>
              <a:buNone/>
            </a:pPr>
            <a:r>
              <a:rPr lang="en-US" sz="1865"/>
              <a:t>(1, 'Alice', 20, 85),</a:t>
            </a:r>
            <a:endParaRPr sz="1865"/>
          </a:p>
          <a:p>
            <a:pPr indent="0" lvl="0" marL="0" rtl="0" algn="l">
              <a:lnSpc>
                <a:spcPct val="70000"/>
              </a:lnSpc>
              <a:spcBef>
                <a:spcPts val="0"/>
              </a:spcBef>
              <a:spcAft>
                <a:spcPts val="0"/>
              </a:spcAft>
              <a:buClr>
                <a:schemeClr val="dk1"/>
              </a:buClr>
              <a:buSzPts val="1100"/>
              <a:buFont typeface="Arial"/>
              <a:buNone/>
            </a:pPr>
            <a:r>
              <a:rPr lang="en-US" sz="1865"/>
              <a:t>(2, 'Bob', 21, 78),</a:t>
            </a:r>
            <a:endParaRPr sz="1865"/>
          </a:p>
          <a:p>
            <a:pPr indent="0" lvl="0" marL="0" rtl="0" algn="l">
              <a:lnSpc>
                <a:spcPct val="70000"/>
              </a:lnSpc>
              <a:spcBef>
                <a:spcPts val="0"/>
              </a:spcBef>
              <a:spcAft>
                <a:spcPts val="0"/>
              </a:spcAft>
              <a:buClr>
                <a:schemeClr val="dk1"/>
              </a:buClr>
              <a:buSzPts val="1100"/>
              <a:buFont typeface="Arial"/>
              <a:buNone/>
            </a:pPr>
            <a:r>
              <a:rPr lang="en-US" sz="1865"/>
              <a:t>(3, 'Charlie', 19, 92),</a:t>
            </a:r>
            <a:endParaRPr sz="1865"/>
          </a:p>
          <a:p>
            <a:pPr indent="0" lvl="0" marL="0" rtl="0" algn="l">
              <a:lnSpc>
                <a:spcPct val="70000"/>
              </a:lnSpc>
              <a:spcBef>
                <a:spcPts val="0"/>
              </a:spcBef>
              <a:spcAft>
                <a:spcPts val="0"/>
              </a:spcAft>
              <a:buClr>
                <a:schemeClr val="dk1"/>
              </a:buClr>
              <a:buSzPts val="1100"/>
              <a:buFont typeface="Arial"/>
              <a:buNone/>
            </a:pPr>
            <a:r>
              <a:rPr lang="en-US" sz="1865"/>
              <a:t>(4, 'David', 20, 65),</a:t>
            </a:r>
            <a:endParaRPr sz="1865"/>
          </a:p>
          <a:p>
            <a:pPr indent="0" lvl="0" marL="0" rtl="0" algn="l">
              <a:lnSpc>
                <a:spcPct val="70000"/>
              </a:lnSpc>
              <a:spcBef>
                <a:spcPts val="0"/>
              </a:spcBef>
              <a:spcAft>
                <a:spcPts val="0"/>
              </a:spcAft>
              <a:buClr>
                <a:schemeClr val="dk1"/>
              </a:buClr>
              <a:buSzPts val="1100"/>
              <a:buFont typeface="Arial"/>
              <a:buNone/>
            </a:pPr>
            <a:r>
              <a:rPr lang="en-US" sz="1865"/>
              <a:t>(5, 'Eve', 22, 89),</a:t>
            </a:r>
            <a:endParaRPr sz="1865"/>
          </a:p>
          <a:p>
            <a:pPr indent="0" lvl="0" marL="0" rtl="0" algn="l">
              <a:lnSpc>
                <a:spcPct val="70000"/>
              </a:lnSpc>
              <a:spcBef>
                <a:spcPts val="0"/>
              </a:spcBef>
              <a:spcAft>
                <a:spcPts val="0"/>
              </a:spcAft>
              <a:buClr>
                <a:schemeClr val="dk1"/>
              </a:buClr>
              <a:buSzPts val="1100"/>
              <a:buFont typeface="Arial"/>
              <a:buNone/>
            </a:pPr>
            <a:r>
              <a:rPr lang="en-US" sz="1865"/>
              <a:t>(6, 'Frank', 21, 77),</a:t>
            </a:r>
            <a:endParaRPr sz="1865"/>
          </a:p>
          <a:p>
            <a:pPr indent="0" lvl="0" marL="0" rtl="0" algn="l">
              <a:lnSpc>
                <a:spcPct val="70000"/>
              </a:lnSpc>
              <a:spcBef>
                <a:spcPts val="0"/>
              </a:spcBef>
              <a:spcAft>
                <a:spcPts val="0"/>
              </a:spcAft>
              <a:buClr>
                <a:schemeClr val="dk1"/>
              </a:buClr>
              <a:buSzPts val="1100"/>
              <a:buFont typeface="Arial"/>
              <a:buNone/>
            </a:pPr>
            <a:r>
              <a:rPr lang="en-US" sz="1865"/>
              <a:t>(7, 'Grace', 20, 91),</a:t>
            </a:r>
            <a:endParaRPr sz="1865"/>
          </a:p>
          <a:p>
            <a:pPr indent="0" lvl="0" marL="0" rtl="0" algn="l">
              <a:lnSpc>
                <a:spcPct val="70000"/>
              </a:lnSpc>
              <a:spcBef>
                <a:spcPts val="0"/>
              </a:spcBef>
              <a:spcAft>
                <a:spcPts val="0"/>
              </a:spcAft>
              <a:buClr>
                <a:schemeClr val="dk1"/>
              </a:buClr>
              <a:buSzPts val="1100"/>
              <a:buFont typeface="Arial"/>
              <a:buNone/>
            </a:pPr>
            <a:r>
              <a:rPr lang="en-US" sz="1865"/>
              <a:t>(8, 'Harry', 19, 84),</a:t>
            </a:r>
            <a:endParaRPr sz="1865"/>
          </a:p>
          <a:p>
            <a:pPr indent="0" lvl="0" marL="0" rtl="0" algn="l">
              <a:lnSpc>
                <a:spcPct val="70000"/>
              </a:lnSpc>
              <a:spcBef>
                <a:spcPts val="0"/>
              </a:spcBef>
              <a:spcAft>
                <a:spcPts val="0"/>
              </a:spcAft>
              <a:buClr>
                <a:schemeClr val="dk1"/>
              </a:buClr>
              <a:buSzPts val="1100"/>
              <a:buFont typeface="Arial"/>
              <a:buNone/>
            </a:pPr>
            <a:r>
              <a:rPr lang="en-US" sz="1865"/>
              <a:t>(9, 'Ivy', 22, 95),</a:t>
            </a:r>
            <a:endParaRPr sz="1865"/>
          </a:p>
          <a:p>
            <a:pPr indent="0" lvl="0" marL="0" rtl="0" algn="l">
              <a:lnSpc>
                <a:spcPct val="70000"/>
              </a:lnSpc>
              <a:spcBef>
                <a:spcPts val="0"/>
              </a:spcBef>
              <a:spcAft>
                <a:spcPts val="0"/>
              </a:spcAft>
              <a:buClr>
                <a:schemeClr val="dk1"/>
              </a:buClr>
              <a:buSzPts val="1100"/>
              <a:buFont typeface="Arial"/>
              <a:buNone/>
            </a:pPr>
            <a:r>
              <a:rPr lang="en-US" sz="1865"/>
              <a:t>(10, 'Jack', 20, 73),</a:t>
            </a:r>
            <a:endParaRPr sz="1865"/>
          </a:p>
          <a:p>
            <a:pPr indent="0" lvl="0" marL="0" rtl="0" algn="l">
              <a:lnSpc>
                <a:spcPct val="70000"/>
              </a:lnSpc>
              <a:spcBef>
                <a:spcPts val="0"/>
              </a:spcBef>
              <a:spcAft>
                <a:spcPts val="0"/>
              </a:spcAft>
              <a:buClr>
                <a:schemeClr val="dk1"/>
              </a:buClr>
              <a:buSzPts val="1100"/>
              <a:buFont typeface="Arial"/>
              <a:buNone/>
            </a:pPr>
            <a:r>
              <a:rPr lang="en-US" sz="1865"/>
              <a:t>(11, 'Katie', 21, 82),</a:t>
            </a:r>
            <a:endParaRPr sz="1865"/>
          </a:p>
          <a:p>
            <a:pPr indent="0" lvl="0" marL="0" rtl="0" algn="l">
              <a:lnSpc>
                <a:spcPct val="70000"/>
              </a:lnSpc>
              <a:spcBef>
                <a:spcPts val="0"/>
              </a:spcBef>
              <a:spcAft>
                <a:spcPts val="0"/>
              </a:spcAft>
              <a:buClr>
                <a:schemeClr val="dk1"/>
              </a:buClr>
              <a:buSzPts val="1100"/>
              <a:buFont typeface="Arial"/>
              <a:buNone/>
            </a:pPr>
            <a:r>
              <a:rPr lang="en-US" sz="1865"/>
              <a:t>(12, 'Liam', 19, 88),</a:t>
            </a:r>
            <a:endParaRPr sz="1865"/>
          </a:p>
          <a:p>
            <a:pPr indent="0" lvl="0" marL="0" rtl="0" algn="l">
              <a:lnSpc>
                <a:spcPct val="70000"/>
              </a:lnSpc>
              <a:spcBef>
                <a:spcPts val="0"/>
              </a:spcBef>
              <a:spcAft>
                <a:spcPts val="0"/>
              </a:spcAft>
              <a:buClr>
                <a:schemeClr val="dk1"/>
              </a:buClr>
              <a:buSzPts val="1100"/>
              <a:buFont typeface="Arial"/>
              <a:buNone/>
            </a:pPr>
            <a:r>
              <a:rPr lang="en-US" sz="1865"/>
              <a:t>(13, 'Mia', 22, 79),</a:t>
            </a:r>
            <a:endParaRPr sz="1865"/>
          </a:p>
          <a:p>
            <a:pPr indent="0" lvl="0" marL="0" rtl="0" algn="l">
              <a:lnSpc>
                <a:spcPct val="70000"/>
              </a:lnSpc>
              <a:spcBef>
                <a:spcPts val="0"/>
              </a:spcBef>
              <a:spcAft>
                <a:spcPts val="0"/>
              </a:spcAft>
              <a:buClr>
                <a:schemeClr val="dk1"/>
              </a:buClr>
              <a:buSzPts val="1100"/>
              <a:buFont typeface="Arial"/>
              <a:buNone/>
            </a:pPr>
            <a:r>
              <a:rPr lang="en-US" sz="1865"/>
              <a:t>(14, 'Noah', 21, 94),</a:t>
            </a:r>
            <a:endParaRPr sz="1865"/>
          </a:p>
          <a:p>
            <a:pPr indent="0" lvl="0" marL="0" rtl="0" algn="l">
              <a:lnSpc>
                <a:spcPct val="70000"/>
              </a:lnSpc>
              <a:spcBef>
                <a:spcPts val="0"/>
              </a:spcBef>
              <a:spcAft>
                <a:spcPts val="0"/>
              </a:spcAft>
              <a:buClr>
                <a:schemeClr val="dk1"/>
              </a:buClr>
              <a:buSzPts val="1100"/>
              <a:buFont typeface="Arial"/>
              <a:buNone/>
            </a:pPr>
            <a:r>
              <a:rPr lang="en-US" sz="1865"/>
              <a:t>(15, 'Olivia', 20, 76),</a:t>
            </a:r>
            <a:endParaRPr sz="1865"/>
          </a:p>
          <a:p>
            <a:pPr indent="0" lvl="0" marL="0" rtl="0" algn="l">
              <a:lnSpc>
                <a:spcPct val="70000"/>
              </a:lnSpc>
              <a:spcBef>
                <a:spcPts val="0"/>
              </a:spcBef>
              <a:spcAft>
                <a:spcPts val="0"/>
              </a:spcAft>
              <a:buClr>
                <a:schemeClr val="dk1"/>
              </a:buClr>
              <a:buSzPts val="1100"/>
              <a:buFont typeface="Arial"/>
              <a:buNone/>
            </a:pPr>
            <a:r>
              <a:rPr lang="en-US" sz="1865"/>
              <a:t>(16, 'Peter', 19, 90),</a:t>
            </a:r>
            <a:endParaRPr sz="1865"/>
          </a:p>
          <a:p>
            <a:pPr indent="0" lvl="0" marL="0" rtl="0" algn="l">
              <a:lnSpc>
                <a:spcPct val="70000"/>
              </a:lnSpc>
              <a:spcBef>
                <a:spcPts val="0"/>
              </a:spcBef>
              <a:spcAft>
                <a:spcPts val="0"/>
              </a:spcAft>
              <a:buClr>
                <a:schemeClr val="dk1"/>
              </a:buClr>
              <a:buSzPts val="1100"/>
              <a:buFont typeface="Arial"/>
              <a:buNone/>
            </a:pPr>
            <a:r>
              <a:rPr lang="en-US" sz="1865"/>
              <a:t>(17, 'Queen', 22, 87),</a:t>
            </a:r>
            <a:endParaRPr sz="1865"/>
          </a:p>
          <a:p>
            <a:pPr indent="0" lvl="0" marL="0" rtl="0" algn="l">
              <a:lnSpc>
                <a:spcPct val="70000"/>
              </a:lnSpc>
              <a:spcBef>
                <a:spcPts val="0"/>
              </a:spcBef>
              <a:spcAft>
                <a:spcPts val="0"/>
              </a:spcAft>
              <a:buClr>
                <a:schemeClr val="dk1"/>
              </a:buClr>
              <a:buSzPts val="1100"/>
              <a:buFont typeface="Arial"/>
              <a:buNone/>
            </a:pPr>
            <a:r>
              <a:rPr lang="en-US" sz="1865"/>
              <a:t>(18, 'Ryan', 21, 83),</a:t>
            </a:r>
            <a:endParaRPr sz="1865"/>
          </a:p>
          <a:p>
            <a:pPr indent="0" lvl="0" marL="0" rtl="0" algn="l">
              <a:lnSpc>
                <a:spcPct val="70000"/>
              </a:lnSpc>
              <a:spcBef>
                <a:spcPts val="0"/>
              </a:spcBef>
              <a:spcAft>
                <a:spcPts val="0"/>
              </a:spcAft>
              <a:buClr>
                <a:schemeClr val="dk1"/>
              </a:buClr>
              <a:buSzPts val="1100"/>
              <a:buFont typeface="Arial"/>
              <a:buNone/>
            </a:pPr>
            <a:r>
              <a:rPr lang="en-US" sz="1865"/>
              <a:t>(19, 'Sarah', 20, 81),</a:t>
            </a:r>
            <a:endParaRPr sz="1865"/>
          </a:p>
          <a:p>
            <a:pPr indent="0" lvl="0" marL="0" rtl="0" algn="l">
              <a:lnSpc>
                <a:spcPct val="70000"/>
              </a:lnSpc>
              <a:spcBef>
                <a:spcPts val="0"/>
              </a:spcBef>
              <a:spcAft>
                <a:spcPts val="0"/>
              </a:spcAft>
              <a:buClr>
                <a:schemeClr val="dk1"/>
              </a:buClr>
              <a:buSzPts val="1100"/>
              <a:buFont typeface="Arial"/>
              <a:buNone/>
            </a:pPr>
            <a:r>
              <a:rPr lang="en-US" sz="1865"/>
              <a:t>(20, 'Tom', 19, 86);</a:t>
            </a:r>
            <a:endParaRPr sz="1865"/>
          </a:p>
          <a:p>
            <a:pPr indent="0" lvl="0" marL="0" rtl="0" algn="l">
              <a:lnSpc>
                <a:spcPct val="70000"/>
              </a:lnSpc>
              <a:spcBef>
                <a:spcPts val="0"/>
              </a:spcBef>
              <a:spcAft>
                <a:spcPts val="0"/>
              </a:spcAft>
              <a:buClr>
                <a:schemeClr val="dk1"/>
              </a:buClr>
              <a:buSzPts val="1100"/>
              <a:buFont typeface="Arial"/>
              <a:buNone/>
            </a:pPr>
            <a:r>
              <a:t/>
            </a:r>
            <a:endParaRPr sz="1865"/>
          </a:p>
          <a:p>
            <a:pPr indent="0" lvl="0" marL="0" rtl="0" algn="l">
              <a:lnSpc>
                <a:spcPct val="70000"/>
              </a:lnSpc>
              <a:spcBef>
                <a:spcPts val="0"/>
              </a:spcBef>
              <a:spcAft>
                <a:spcPts val="0"/>
              </a:spcAft>
              <a:buSzPts val="1018"/>
              <a:buNone/>
            </a:pPr>
            <a:r>
              <a:t/>
            </a:r>
            <a:endParaRPr sz="1865"/>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g2be0b24f419_0_8"/>
          <p:cNvSpPr txBox="1"/>
          <p:nvPr>
            <p:ph type="title"/>
          </p:nvPr>
        </p:nvSpPr>
        <p:spPr>
          <a:xfrm>
            <a:off x="762000" y="715950"/>
            <a:ext cx="9455700" cy="118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Quattrocento Sans"/>
              <a:buNone/>
            </a:pPr>
            <a:r>
              <a:rPr lang="en-US"/>
              <a:t>Aggregate Commands: </a:t>
            </a:r>
            <a:endParaRPr/>
          </a:p>
        </p:txBody>
      </p:sp>
      <p:sp>
        <p:nvSpPr>
          <p:cNvPr id="403" name="Google Shape;403;g2be0b24f419_0_8"/>
          <p:cNvSpPr txBox="1"/>
          <p:nvPr>
            <p:ph idx="1" type="body"/>
          </p:nvPr>
        </p:nvSpPr>
        <p:spPr>
          <a:xfrm>
            <a:off x="762000" y="1905000"/>
            <a:ext cx="7325100" cy="4589100"/>
          </a:xfrm>
          <a:prstGeom prst="rect">
            <a:avLst/>
          </a:prstGeom>
          <a:noFill/>
          <a:ln>
            <a:noFill/>
          </a:ln>
        </p:spPr>
        <p:txBody>
          <a:bodyPr anchorCtr="0" anchor="t" bIns="45700" lIns="91425" spcFirstLastPara="1" rIns="91425" wrap="square" tIns="45700">
            <a:noAutofit/>
          </a:bodyPr>
          <a:lstStyle/>
          <a:p>
            <a:pPr indent="0" lvl="0" marL="0" rtl="0" algn="l">
              <a:lnSpc>
                <a:spcPct val="70000"/>
              </a:lnSpc>
              <a:spcBef>
                <a:spcPts val="0"/>
              </a:spcBef>
              <a:spcAft>
                <a:spcPts val="0"/>
              </a:spcAft>
              <a:buSzPts val="1018"/>
              <a:buNone/>
            </a:pPr>
            <a:r>
              <a:rPr lang="en-US" sz="1865"/>
              <a:t>Sum : SELECT SUM(marks) FROM students;</a:t>
            </a:r>
            <a:endParaRPr sz="1865"/>
          </a:p>
          <a:p>
            <a:pPr indent="0" lvl="0" marL="0" rtl="0" algn="l">
              <a:lnSpc>
                <a:spcPct val="70000"/>
              </a:lnSpc>
              <a:spcBef>
                <a:spcPts val="0"/>
              </a:spcBef>
              <a:spcAft>
                <a:spcPts val="0"/>
              </a:spcAft>
              <a:buClr>
                <a:schemeClr val="dk1"/>
              </a:buClr>
              <a:buSzPts val="1100"/>
              <a:buFont typeface="Arial"/>
              <a:buNone/>
            </a:pPr>
            <a:r>
              <a:t/>
            </a:r>
            <a:endParaRPr sz="1865"/>
          </a:p>
          <a:p>
            <a:pPr indent="0" lvl="0" marL="0" rtl="0" algn="l">
              <a:lnSpc>
                <a:spcPct val="70000"/>
              </a:lnSpc>
              <a:spcBef>
                <a:spcPts val="0"/>
              </a:spcBef>
              <a:spcAft>
                <a:spcPts val="0"/>
              </a:spcAft>
              <a:buSzPts val="1018"/>
              <a:buNone/>
            </a:pPr>
            <a:r>
              <a:rPr lang="en-US" sz="1865"/>
              <a:t>Count : SELECT COUNT(*) FROM students;</a:t>
            </a:r>
            <a:endParaRPr sz="1865"/>
          </a:p>
          <a:p>
            <a:pPr indent="0" lvl="0" marL="0" rtl="0" algn="l">
              <a:lnSpc>
                <a:spcPct val="70000"/>
              </a:lnSpc>
              <a:spcBef>
                <a:spcPts val="0"/>
              </a:spcBef>
              <a:spcAft>
                <a:spcPts val="0"/>
              </a:spcAft>
              <a:buClr>
                <a:schemeClr val="dk1"/>
              </a:buClr>
              <a:buSzPts val="1100"/>
              <a:buFont typeface="Arial"/>
              <a:buNone/>
            </a:pPr>
            <a:r>
              <a:t/>
            </a:r>
            <a:endParaRPr sz="1865"/>
          </a:p>
          <a:p>
            <a:pPr indent="0" lvl="0" marL="0" rtl="0" algn="l">
              <a:lnSpc>
                <a:spcPct val="70000"/>
              </a:lnSpc>
              <a:spcBef>
                <a:spcPts val="0"/>
              </a:spcBef>
              <a:spcAft>
                <a:spcPts val="0"/>
              </a:spcAft>
              <a:buSzPts val="1018"/>
              <a:buNone/>
            </a:pPr>
            <a:r>
              <a:rPr lang="en-US" sz="1865"/>
              <a:t>Avg : SELECT AVG(marks) FROM students;</a:t>
            </a:r>
            <a:endParaRPr sz="1865"/>
          </a:p>
          <a:p>
            <a:pPr indent="0" lvl="0" marL="0" rtl="0" algn="l">
              <a:lnSpc>
                <a:spcPct val="70000"/>
              </a:lnSpc>
              <a:spcBef>
                <a:spcPts val="0"/>
              </a:spcBef>
              <a:spcAft>
                <a:spcPts val="0"/>
              </a:spcAft>
              <a:buClr>
                <a:schemeClr val="dk1"/>
              </a:buClr>
              <a:buSzPts val="1100"/>
              <a:buFont typeface="Arial"/>
              <a:buNone/>
            </a:pPr>
            <a:r>
              <a:t/>
            </a:r>
            <a:endParaRPr sz="1865"/>
          </a:p>
          <a:p>
            <a:pPr indent="0" lvl="0" marL="0" rtl="0" algn="l">
              <a:lnSpc>
                <a:spcPct val="70000"/>
              </a:lnSpc>
              <a:spcBef>
                <a:spcPts val="0"/>
              </a:spcBef>
              <a:spcAft>
                <a:spcPts val="0"/>
              </a:spcAft>
              <a:buSzPts val="1018"/>
              <a:buNone/>
            </a:pPr>
            <a:r>
              <a:rPr lang="en-US" sz="1865"/>
              <a:t>Min : SELECT MIN(marks) FROM students;</a:t>
            </a:r>
            <a:endParaRPr sz="1865"/>
          </a:p>
          <a:p>
            <a:pPr indent="0" lvl="0" marL="0" rtl="0" algn="l">
              <a:lnSpc>
                <a:spcPct val="70000"/>
              </a:lnSpc>
              <a:spcBef>
                <a:spcPts val="0"/>
              </a:spcBef>
              <a:spcAft>
                <a:spcPts val="0"/>
              </a:spcAft>
              <a:buClr>
                <a:schemeClr val="dk1"/>
              </a:buClr>
              <a:buSzPts val="1100"/>
              <a:buFont typeface="Arial"/>
              <a:buNone/>
            </a:pPr>
            <a:r>
              <a:t/>
            </a:r>
            <a:endParaRPr sz="1865"/>
          </a:p>
          <a:p>
            <a:pPr indent="0" lvl="0" marL="0" rtl="0" algn="l">
              <a:lnSpc>
                <a:spcPct val="70000"/>
              </a:lnSpc>
              <a:spcBef>
                <a:spcPts val="0"/>
              </a:spcBef>
              <a:spcAft>
                <a:spcPts val="0"/>
              </a:spcAft>
              <a:buSzPts val="1018"/>
              <a:buNone/>
            </a:pPr>
            <a:r>
              <a:rPr lang="en-US" sz="1865"/>
              <a:t>Max : SELECT MAX(marks) FROM students;</a:t>
            </a:r>
            <a:endParaRPr sz="1865"/>
          </a:p>
          <a:p>
            <a:pPr indent="0" lvl="0" marL="0" rtl="0" algn="l">
              <a:lnSpc>
                <a:spcPct val="70000"/>
              </a:lnSpc>
              <a:spcBef>
                <a:spcPts val="0"/>
              </a:spcBef>
              <a:spcAft>
                <a:spcPts val="0"/>
              </a:spcAft>
              <a:buClr>
                <a:schemeClr val="dk1"/>
              </a:buClr>
              <a:buSzPts val="1100"/>
              <a:buFont typeface="Arial"/>
              <a:buNone/>
            </a:pPr>
            <a:r>
              <a:t/>
            </a:r>
            <a:endParaRPr sz="1865"/>
          </a:p>
          <a:p>
            <a:pPr indent="0" lvl="0" marL="0" rtl="0" algn="l">
              <a:lnSpc>
                <a:spcPct val="70000"/>
              </a:lnSpc>
              <a:spcBef>
                <a:spcPts val="0"/>
              </a:spcBef>
              <a:spcAft>
                <a:spcPts val="0"/>
              </a:spcAft>
              <a:buSzPts val="1018"/>
              <a:buNone/>
            </a:pPr>
            <a:r>
              <a:rPr lang="en-US" sz="1865"/>
              <a:t>Group by: SELECT age, AVG(marks) FROM students GROUP BY age;</a:t>
            </a:r>
            <a:endParaRPr sz="1865"/>
          </a:p>
          <a:p>
            <a:pPr indent="0" lvl="0" marL="0" rtl="0" algn="l">
              <a:lnSpc>
                <a:spcPct val="70000"/>
              </a:lnSpc>
              <a:spcBef>
                <a:spcPts val="0"/>
              </a:spcBef>
              <a:spcAft>
                <a:spcPts val="0"/>
              </a:spcAft>
              <a:buClr>
                <a:schemeClr val="dk1"/>
              </a:buClr>
              <a:buSzPts val="1100"/>
              <a:buFont typeface="Arial"/>
              <a:buNone/>
            </a:pPr>
            <a:r>
              <a:t/>
            </a:r>
            <a:endParaRPr sz="1865"/>
          </a:p>
          <a:p>
            <a:pPr indent="0" lvl="0" marL="0" rtl="0" algn="l">
              <a:lnSpc>
                <a:spcPct val="70000"/>
              </a:lnSpc>
              <a:spcBef>
                <a:spcPts val="0"/>
              </a:spcBef>
              <a:spcAft>
                <a:spcPts val="0"/>
              </a:spcAft>
              <a:buSzPts val="1018"/>
              <a:buNone/>
            </a:pPr>
            <a:r>
              <a:rPr lang="en-US" sz="1865"/>
              <a:t>Having : SELECT age, AVG(marks) FROM students GROUP BY age HAVING AVG(marks) &gt; 85;</a:t>
            </a:r>
            <a:endParaRPr sz="1865"/>
          </a:p>
          <a:p>
            <a:pPr indent="0" lvl="0" marL="0" rtl="0" algn="l">
              <a:lnSpc>
                <a:spcPct val="70000"/>
              </a:lnSpc>
              <a:spcBef>
                <a:spcPts val="0"/>
              </a:spcBef>
              <a:spcAft>
                <a:spcPts val="0"/>
              </a:spcAft>
              <a:buClr>
                <a:schemeClr val="dk1"/>
              </a:buClr>
              <a:buSzPts val="1100"/>
              <a:buFont typeface="Arial"/>
              <a:buNone/>
            </a:pPr>
            <a:r>
              <a:t/>
            </a:r>
            <a:endParaRPr sz="1865"/>
          </a:p>
          <a:p>
            <a:pPr indent="0" lvl="0" marL="0" rtl="0" algn="l">
              <a:lnSpc>
                <a:spcPct val="70000"/>
              </a:lnSpc>
              <a:spcBef>
                <a:spcPts val="0"/>
              </a:spcBef>
              <a:spcAft>
                <a:spcPts val="0"/>
              </a:spcAft>
              <a:buSzPts val="1018"/>
              <a:buNone/>
            </a:pPr>
            <a:r>
              <a:rPr lang="en-US" sz="1865"/>
              <a:t>Order by : SELECT * FROM students ORDER BY marks DESC;</a:t>
            </a:r>
            <a:endParaRPr sz="1865"/>
          </a:p>
          <a:p>
            <a:pPr indent="0" lvl="0" marL="0" rtl="0" algn="l">
              <a:lnSpc>
                <a:spcPct val="70000"/>
              </a:lnSpc>
              <a:spcBef>
                <a:spcPts val="0"/>
              </a:spcBef>
              <a:spcAft>
                <a:spcPts val="0"/>
              </a:spcAft>
              <a:buClr>
                <a:schemeClr val="dk1"/>
              </a:buClr>
              <a:buSzPts val="1100"/>
              <a:buFont typeface="Arial"/>
              <a:buNone/>
            </a:pPr>
            <a:r>
              <a:t/>
            </a:r>
            <a:endParaRPr sz="1865"/>
          </a:p>
          <a:p>
            <a:pPr indent="0" lvl="0" marL="0" rtl="0" algn="l">
              <a:lnSpc>
                <a:spcPct val="70000"/>
              </a:lnSpc>
              <a:spcBef>
                <a:spcPts val="0"/>
              </a:spcBef>
              <a:spcAft>
                <a:spcPts val="0"/>
              </a:spcAft>
              <a:buSzPts val="1018"/>
              <a:buNone/>
            </a:pPr>
            <a:r>
              <a:t/>
            </a:r>
            <a:endParaRPr sz="1865"/>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g2be0b24f419_0_21"/>
          <p:cNvSpPr txBox="1"/>
          <p:nvPr>
            <p:ph type="title"/>
          </p:nvPr>
        </p:nvSpPr>
        <p:spPr>
          <a:xfrm>
            <a:off x="762000" y="715950"/>
            <a:ext cx="9455700" cy="118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Quattrocento Sans"/>
              <a:buNone/>
            </a:pPr>
            <a:r>
              <a:rPr lang="en-US"/>
              <a:t>Filters</a:t>
            </a:r>
            <a:r>
              <a:rPr lang="en-US"/>
              <a:t> Commands: </a:t>
            </a:r>
            <a:endParaRPr/>
          </a:p>
        </p:txBody>
      </p:sp>
      <p:sp>
        <p:nvSpPr>
          <p:cNvPr id="409" name="Google Shape;409;g2be0b24f419_0_21"/>
          <p:cNvSpPr txBox="1"/>
          <p:nvPr>
            <p:ph idx="1" type="body"/>
          </p:nvPr>
        </p:nvSpPr>
        <p:spPr>
          <a:xfrm>
            <a:off x="762000" y="1905000"/>
            <a:ext cx="7325100" cy="4589100"/>
          </a:xfrm>
          <a:prstGeom prst="rect">
            <a:avLst/>
          </a:prstGeom>
          <a:noFill/>
          <a:ln>
            <a:noFill/>
          </a:ln>
        </p:spPr>
        <p:txBody>
          <a:bodyPr anchorCtr="0" anchor="t" bIns="45700" lIns="91425" spcFirstLastPara="1" rIns="91425" wrap="square" tIns="45700">
            <a:noAutofit/>
          </a:bodyPr>
          <a:lstStyle/>
          <a:p>
            <a:pPr indent="0" lvl="0" marL="0" rtl="0" algn="l">
              <a:lnSpc>
                <a:spcPct val="70000"/>
              </a:lnSpc>
              <a:spcBef>
                <a:spcPts val="0"/>
              </a:spcBef>
              <a:spcAft>
                <a:spcPts val="0"/>
              </a:spcAft>
              <a:buSzPts val="1018"/>
              <a:buNone/>
            </a:pPr>
            <a:r>
              <a:rPr lang="en-US" sz="1865"/>
              <a:t>Where : SELECT * FROM students WHERE age = 20;</a:t>
            </a:r>
            <a:endParaRPr sz="1865"/>
          </a:p>
          <a:p>
            <a:pPr indent="0" lvl="0" marL="0" rtl="0" algn="l">
              <a:lnSpc>
                <a:spcPct val="70000"/>
              </a:lnSpc>
              <a:spcBef>
                <a:spcPts val="0"/>
              </a:spcBef>
              <a:spcAft>
                <a:spcPts val="0"/>
              </a:spcAft>
              <a:buClr>
                <a:schemeClr val="dk1"/>
              </a:buClr>
              <a:buSzPts val="1100"/>
              <a:buFont typeface="Arial"/>
              <a:buNone/>
            </a:pPr>
            <a:r>
              <a:t/>
            </a:r>
            <a:endParaRPr sz="1865"/>
          </a:p>
          <a:p>
            <a:pPr indent="0" lvl="0" marL="0" rtl="0" algn="l">
              <a:lnSpc>
                <a:spcPct val="70000"/>
              </a:lnSpc>
              <a:spcBef>
                <a:spcPts val="0"/>
              </a:spcBef>
              <a:spcAft>
                <a:spcPts val="0"/>
              </a:spcAft>
              <a:buSzPts val="1018"/>
              <a:buNone/>
            </a:pPr>
            <a:r>
              <a:rPr lang="en-US" sz="1865"/>
              <a:t>OR: SELECT * FROM students WHERE age = 20 OR age = 21;</a:t>
            </a:r>
            <a:endParaRPr sz="1865"/>
          </a:p>
          <a:p>
            <a:pPr indent="0" lvl="0" marL="0" rtl="0" algn="l">
              <a:lnSpc>
                <a:spcPct val="70000"/>
              </a:lnSpc>
              <a:spcBef>
                <a:spcPts val="0"/>
              </a:spcBef>
              <a:spcAft>
                <a:spcPts val="0"/>
              </a:spcAft>
              <a:buClr>
                <a:schemeClr val="dk1"/>
              </a:buClr>
              <a:buSzPts val="1100"/>
              <a:buFont typeface="Arial"/>
              <a:buNone/>
            </a:pPr>
            <a:r>
              <a:t/>
            </a:r>
            <a:endParaRPr sz="1865"/>
          </a:p>
          <a:p>
            <a:pPr indent="0" lvl="0" marL="0" rtl="0" algn="l">
              <a:lnSpc>
                <a:spcPct val="70000"/>
              </a:lnSpc>
              <a:spcBef>
                <a:spcPts val="0"/>
              </a:spcBef>
              <a:spcAft>
                <a:spcPts val="0"/>
              </a:spcAft>
              <a:buSzPts val="1018"/>
              <a:buNone/>
            </a:pPr>
            <a:r>
              <a:rPr lang="en-US" sz="1865"/>
              <a:t>AND : SELECT * FROM students WHERE age = 20 AND marks &gt; 80;</a:t>
            </a:r>
            <a:endParaRPr sz="1865"/>
          </a:p>
          <a:p>
            <a:pPr indent="0" lvl="0" marL="0" rtl="0" algn="l">
              <a:lnSpc>
                <a:spcPct val="70000"/>
              </a:lnSpc>
              <a:spcBef>
                <a:spcPts val="0"/>
              </a:spcBef>
              <a:spcAft>
                <a:spcPts val="0"/>
              </a:spcAft>
              <a:buClr>
                <a:schemeClr val="dk1"/>
              </a:buClr>
              <a:buSzPts val="1100"/>
              <a:buFont typeface="Arial"/>
              <a:buNone/>
            </a:pPr>
            <a:r>
              <a:t/>
            </a:r>
            <a:endParaRPr sz="1865"/>
          </a:p>
          <a:p>
            <a:pPr indent="0" lvl="0" marL="0" rtl="0" algn="l">
              <a:lnSpc>
                <a:spcPct val="70000"/>
              </a:lnSpc>
              <a:spcBef>
                <a:spcPts val="0"/>
              </a:spcBef>
              <a:spcAft>
                <a:spcPts val="0"/>
              </a:spcAft>
              <a:buSzPts val="1018"/>
              <a:buNone/>
            </a:pPr>
            <a:r>
              <a:rPr lang="en-US" sz="1865"/>
              <a:t>Between : SELECT * FROM students WHERE marks BETWEEN 80 AND 90;</a:t>
            </a:r>
            <a:endParaRPr sz="1865"/>
          </a:p>
          <a:p>
            <a:pPr indent="0" lvl="0" marL="0" rtl="0" algn="l">
              <a:lnSpc>
                <a:spcPct val="70000"/>
              </a:lnSpc>
              <a:spcBef>
                <a:spcPts val="0"/>
              </a:spcBef>
              <a:spcAft>
                <a:spcPts val="0"/>
              </a:spcAft>
              <a:buClr>
                <a:schemeClr val="dk1"/>
              </a:buClr>
              <a:buSzPts val="1100"/>
              <a:buFont typeface="Arial"/>
              <a:buNone/>
            </a:pPr>
            <a:r>
              <a:t/>
            </a:r>
            <a:endParaRPr sz="1865"/>
          </a:p>
          <a:p>
            <a:pPr indent="0" lvl="0" marL="0" rtl="0" algn="l">
              <a:lnSpc>
                <a:spcPct val="70000"/>
              </a:lnSpc>
              <a:spcBef>
                <a:spcPts val="0"/>
              </a:spcBef>
              <a:spcAft>
                <a:spcPts val="0"/>
              </a:spcAft>
              <a:buSzPts val="1018"/>
              <a:buNone/>
            </a:pPr>
            <a:r>
              <a:rPr lang="en-US" sz="1865"/>
              <a:t>Like : SELECT * FROM students WHERE name LIKE 'A%';</a:t>
            </a:r>
            <a:endParaRPr sz="1865"/>
          </a:p>
          <a:p>
            <a:pPr indent="0" lvl="0" marL="0" rtl="0" algn="l">
              <a:lnSpc>
                <a:spcPct val="70000"/>
              </a:lnSpc>
              <a:spcBef>
                <a:spcPts val="0"/>
              </a:spcBef>
              <a:spcAft>
                <a:spcPts val="0"/>
              </a:spcAft>
              <a:buClr>
                <a:schemeClr val="dk1"/>
              </a:buClr>
              <a:buSzPts val="1100"/>
              <a:buFont typeface="Arial"/>
              <a:buNone/>
            </a:pPr>
            <a:r>
              <a:t/>
            </a:r>
            <a:endParaRPr sz="1865"/>
          </a:p>
          <a:p>
            <a:pPr indent="0" lvl="0" marL="0" rtl="0" algn="l">
              <a:lnSpc>
                <a:spcPct val="70000"/>
              </a:lnSpc>
              <a:spcBef>
                <a:spcPts val="0"/>
              </a:spcBef>
              <a:spcAft>
                <a:spcPts val="0"/>
              </a:spcAft>
              <a:buSzPts val="1018"/>
              <a:buNone/>
            </a:pPr>
            <a:r>
              <a:rPr lang="en-US" sz="1865"/>
              <a:t>In : SELECT * FROM students WHERE age IN (20, 21);</a:t>
            </a:r>
            <a:endParaRPr sz="1865"/>
          </a:p>
          <a:p>
            <a:pPr indent="0" lvl="0" marL="0" rtl="0" algn="l">
              <a:lnSpc>
                <a:spcPct val="70000"/>
              </a:lnSpc>
              <a:spcBef>
                <a:spcPts val="0"/>
              </a:spcBef>
              <a:spcAft>
                <a:spcPts val="0"/>
              </a:spcAft>
              <a:buClr>
                <a:schemeClr val="dk1"/>
              </a:buClr>
              <a:buSzPts val="1100"/>
              <a:buFont typeface="Arial"/>
              <a:buNone/>
            </a:pPr>
            <a:r>
              <a:t/>
            </a:r>
            <a:endParaRPr sz="1865"/>
          </a:p>
          <a:p>
            <a:pPr indent="0" lvl="0" marL="0" rtl="0" algn="l">
              <a:lnSpc>
                <a:spcPct val="70000"/>
              </a:lnSpc>
              <a:spcBef>
                <a:spcPts val="0"/>
              </a:spcBef>
              <a:spcAft>
                <a:spcPts val="0"/>
              </a:spcAft>
              <a:buSzPts val="1018"/>
              <a:buNone/>
            </a:pPr>
            <a:r>
              <a:rPr lang="en-US" sz="1865"/>
              <a:t>Is Null : SELECT * FROM students WHERE marks IS NULL;</a:t>
            </a:r>
            <a:endParaRPr sz="1865"/>
          </a:p>
          <a:p>
            <a:pPr indent="0" lvl="0" marL="0" rtl="0" algn="l">
              <a:lnSpc>
                <a:spcPct val="70000"/>
              </a:lnSpc>
              <a:spcBef>
                <a:spcPts val="0"/>
              </a:spcBef>
              <a:spcAft>
                <a:spcPts val="0"/>
              </a:spcAft>
              <a:buClr>
                <a:schemeClr val="dk1"/>
              </a:buClr>
              <a:buSzPts val="1100"/>
              <a:buFont typeface="Arial"/>
              <a:buNone/>
            </a:pPr>
            <a:r>
              <a:t/>
            </a:r>
            <a:endParaRPr sz="1865"/>
          </a:p>
          <a:p>
            <a:pPr indent="0" lvl="0" marL="0" rtl="0" algn="l">
              <a:lnSpc>
                <a:spcPct val="70000"/>
              </a:lnSpc>
              <a:spcBef>
                <a:spcPts val="0"/>
              </a:spcBef>
              <a:spcAft>
                <a:spcPts val="0"/>
              </a:spcAft>
              <a:buSzPts val="1018"/>
              <a:buNone/>
            </a:pPr>
            <a:r>
              <a:rPr lang="en-US" sz="1865"/>
              <a:t>Is Not Null : SELECT * FROM students WHERE marks IS NOT NULL;</a:t>
            </a:r>
            <a:endParaRPr sz="1865"/>
          </a:p>
          <a:p>
            <a:pPr indent="0" lvl="0" marL="0" rtl="0" algn="l">
              <a:lnSpc>
                <a:spcPct val="70000"/>
              </a:lnSpc>
              <a:spcBef>
                <a:spcPts val="0"/>
              </a:spcBef>
              <a:spcAft>
                <a:spcPts val="0"/>
              </a:spcAft>
              <a:buClr>
                <a:schemeClr val="dk1"/>
              </a:buClr>
              <a:buSzPts val="1100"/>
              <a:buFont typeface="Arial"/>
              <a:buNone/>
            </a:pPr>
            <a:r>
              <a:t/>
            </a:r>
            <a:endParaRPr sz="1865"/>
          </a:p>
          <a:p>
            <a:pPr indent="0" lvl="0" marL="0" rtl="0" algn="l">
              <a:lnSpc>
                <a:spcPct val="70000"/>
              </a:lnSpc>
              <a:spcBef>
                <a:spcPts val="0"/>
              </a:spcBef>
              <a:spcAft>
                <a:spcPts val="0"/>
              </a:spcAft>
              <a:buSzPts val="1018"/>
              <a:buNone/>
            </a:pPr>
            <a:r>
              <a:t/>
            </a:r>
            <a:endParaRPr sz="1865"/>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g283a0ad4a90_0_283"/>
          <p:cNvSpPr txBox="1"/>
          <p:nvPr>
            <p:ph type="title"/>
          </p:nvPr>
        </p:nvSpPr>
        <p:spPr>
          <a:xfrm>
            <a:off x="3543299" y="715961"/>
            <a:ext cx="7218900" cy="118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Quattrocento Sans"/>
              <a:buNone/>
            </a:pPr>
            <a:r>
              <a:rPr lang="en-US"/>
              <a:t>Joins</a:t>
            </a:r>
            <a:endParaRPr/>
          </a:p>
        </p:txBody>
      </p:sp>
      <p:sp>
        <p:nvSpPr>
          <p:cNvPr id="415" name="Google Shape;415;g283a0ad4a90_0_283"/>
          <p:cNvSpPr txBox="1"/>
          <p:nvPr>
            <p:ph idx="1" type="body"/>
          </p:nvPr>
        </p:nvSpPr>
        <p:spPr>
          <a:xfrm>
            <a:off x="3444475" y="1905000"/>
            <a:ext cx="8232000" cy="32766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1000"/>
              </a:spcBef>
              <a:spcAft>
                <a:spcPts val="0"/>
              </a:spcAft>
              <a:buSzPts val="770"/>
              <a:buNone/>
            </a:pPr>
            <a:r>
              <a:rPr b="1" lang="en-US" sz="2060"/>
              <a:t>A JOIN clause is used to combine rows from two or more tables, based on a related column between them.</a:t>
            </a:r>
            <a:endParaRPr sz="2060"/>
          </a:p>
          <a:p>
            <a:pPr indent="0" lvl="0" marL="0" rtl="0" algn="l">
              <a:lnSpc>
                <a:spcPct val="150000"/>
              </a:lnSpc>
              <a:spcBef>
                <a:spcPts val="1000"/>
              </a:spcBef>
              <a:spcAft>
                <a:spcPts val="0"/>
              </a:spcAft>
              <a:buSzPts val="770"/>
              <a:buNone/>
            </a:pPr>
            <a:r>
              <a:rPr lang="en-US" sz="2060"/>
              <a:t>Types of Joins</a:t>
            </a:r>
            <a:endParaRPr sz="2060"/>
          </a:p>
          <a:p>
            <a:pPr indent="-359410" lvl="0" marL="457200" rtl="0" algn="l">
              <a:lnSpc>
                <a:spcPct val="150000"/>
              </a:lnSpc>
              <a:spcBef>
                <a:spcPts val="1000"/>
              </a:spcBef>
              <a:spcAft>
                <a:spcPts val="0"/>
              </a:spcAft>
              <a:buSzPts val="2060"/>
              <a:buAutoNum type="arabicPeriod"/>
            </a:pPr>
            <a:r>
              <a:rPr lang="en-US" sz="2060"/>
              <a:t>INNER JOIN : A Intersection B</a:t>
            </a:r>
            <a:endParaRPr sz="2060"/>
          </a:p>
          <a:p>
            <a:pPr indent="-359410" lvl="0" marL="457200" rtl="0" algn="l">
              <a:lnSpc>
                <a:spcPct val="150000"/>
              </a:lnSpc>
              <a:spcBef>
                <a:spcPts val="0"/>
              </a:spcBef>
              <a:spcAft>
                <a:spcPts val="0"/>
              </a:spcAft>
              <a:buSzPts val="2060"/>
              <a:buAutoNum type="arabicPeriod"/>
            </a:pPr>
            <a:r>
              <a:rPr lang="en-US" sz="2060"/>
              <a:t>LEFT JOIN : A</a:t>
            </a:r>
            <a:endParaRPr sz="2060"/>
          </a:p>
          <a:p>
            <a:pPr indent="-359410" lvl="0" marL="457200" rtl="0" algn="l">
              <a:lnSpc>
                <a:spcPct val="150000"/>
              </a:lnSpc>
              <a:spcBef>
                <a:spcPts val="0"/>
              </a:spcBef>
              <a:spcAft>
                <a:spcPts val="0"/>
              </a:spcAft>
              <a:buSzPts val="2060"/>
              <a:buAutoNum type="arabicPeriod"/>
            </a:pPr>
            <a:r>
              <a:rPr lang="en-US" sz="2060"/>
              <a:t>RIGHT JOIN : B</a:t>
            </a:r>
            <a:endParaRPr sz="2060"/>
          </a:p>
          <a:p>
            <a:pPr indent="-359410" lvl="0" marL="457200" rtl="0" algn="l">
              <a:lnSpc>
                <a:spcPct val="150000"/>
              </a:lnSpc>
              <a:spcBef>
                <a:spcPts val="0"/>
              </a:spcBef>
              <a:spcAft>
                <a:spcPts val="0"/>
              </a:spcAft>
              <a:buSzPts val="2060"/>
              <a:buAutoNum type="arabicPeriod"/>
            </a:pPr>
            <a:r>
              <a:rPr lang="en-US" sz="2060"/>
              <a:t>FULL JOIN : A UNION B</a:t>
            </a:r>
            <a:endParaRPr sz="2060"/>
          </a:p>
          <a:p>
            <a:pPr indent="-359410" lvl="0" marL="457200" rtl="0" algn="l">
              <a:lnSpc>
                <a:spcPct val="150000"/>
              </a:lnSpc>
              <a:spcBef>
                <a:spcPts val="0"/>
              </a:spcBef>
              <a:spcAft>
                <a:spcPts val="0"/>
              </a:spcAft>
              <a:buSzPts val="2060"/>
              <a:buAutoNum type="arabicPeriod"/>
            </a:pPr>
            <a:r>
              <a:rPr lang="en-US" sz="2060"/>
              <a:t>NATURAL JOIN : </a:t>
            </a:r>
            <a:endParaRPr sz="2060"/>
          </a:p>
          <a:p>
            <a:pPr indent="0" lvl="0" marL="0" rtl="0" algn="l">
              <a:lnSpc>
                <a:spcPct val="150000"/>
              </a:lnSpc>
              <a:spcBef>
                <a:spcPts val="1000"/>
              </a:spcBef>
              <a:spcAft>
                <a:spcPts val="0"/>
              </a:spcAft>
              <a:buSzPts val="770"/>
              <a:buNone/>
            </a:pPr>
            <a:r>
              <a:t/>
            </a:r>
            <a:endParaRPr sz="2060"/>
          </a:p>
          <a:p>
            <a:pPr indent="0" lvl="0" marL="0" rtl="0" algn="l">
              <a:lnSpc>
                <a:spcPct val="150000"/>
              </a:lnSpc>
              <a:spcBef>
                <a:spcPts val="1000"/>
              </a:spcBef>
              <a:spcAft>
                <a:spcPts val="0"/>
              </a:spcAft>
              <a:buSzPts val="770"/>
              <a:buNone/>
            </a:pPr>
            <a:r>
              <a:t/>
            </a:r>
            <a:endParaRPr sz="2060"/>
          </a:p>
          <a:p>
            <a:pPr indent="0" lvl="0" marL="283464" rtl="0" algn="l">
              <a:lnSpc>
                <a:spcPct val="150000"/>
              </a:lnSpc>
              <a:spcBef>
                <a:spcPts val="1000"/>
              </a:spcBef>
              <a:spcAft>
                <a:spcPts val="0"/>
              </a:spcAft>
              <a:buSzPts val="770"/>
              <a:buNone/>
            </a:pPr>
            <a:r>
              <a:t/>
            </a:r>
            <a:endParaRPr b="1" sz="206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419" name="Shape 419"/>
        <p:cNvGrpSpPr/>
        <p:nvPr/>
      </p:nvGrpSpPr>
      <p:grpSpPr>
        <a:xfrm>
          <a:off x="0" y="0"/>
          <a:ext cx="0" cy="0"/>
          <a:chOff x="0" y="0"/>
          <a:chExt cx="0" cy="0"/>
        </a:xfrm>
      </p:grpSpPr>
      <p:sp>
        <p:nvSpPr>
          <p:cNvPr id="420" name="Google Shape;420;g283a0ad4a90_0_2"/>
          <p:cNvSpPr txBox="1"/>
          <p:nvPr>
            <p:ph type="title"/>
          </p:nvPr>
        </p:nvSpPr>
        <p:spPr>
          <a:xfrm>
            <a:off x="761999" y="715961"/>
            <a:ext cx="6477000" cy="118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Quattrocento Sans"/>
              <a:buNone/>
            </a:pPr>
            <a:r>
              <a:rPr lang="en-US"/>
              <a:t>Topics</a:t>
            </a:r>
            <a:endParaRPr/>
          </a:p>
        </p:txBody>
      </p:sp>
      <p:sp>
        <p:nvSpPr>
          <p:cNvPr id="421" name="Google Shape;421;g283a0ad4a90_0_2"/>
          <p:cNvSpPr txBox="1"/>
          <p:nvPr>
            <p:ph idx="1" type="body"/>
          </p:nvPr>
        </p:nvSpPr>
        <p:spPr>
          <a:xfrm>
            <a:off x="762000" y="1905000"/>
            <a:ext cx="7437900" cy="3276600"/>
          </a:xfrm>
          <a:prstGeom prst="rect">
            <a:avLst/>
          </a:prstGeom>
          <a:noFill/>
          <a:ln>
            <a:noFill/>
          </a:ln>
        </p:spPr>
        <p:txBody>
          <a:bodyPr anchorCtr="0" anchor="t" bIns="45700" lIns="91425" spcFirstLastPara="1" rIns="91425" wrap="square" tIns="45700">
            <a:normAutofit/>
          </a:bodyPr>
          <a:lstStyle/>
          <a:p>
            <a:pPr indent="-327914" lvl="1" marL="283464" rtl="0" algn="l">
              <a:lnSpc>
                <a:spcPct val="90000"/>
              </a:lnSpc>
              <a:spcBef>
                <a:spcPts val="1000"/>
              </a:spcBef>
              <a:spcAft>
                <a:spcPts val="0"/>
              </a:spcAft>
              <a:buClr>
                <a:schemeClr val="lt1"/>
              </a:buClr>
              <a:buSzPts val="2500"/>
              <a:buChar char="•"/>
            </a:pPr>
            <a:r>
              <a:rPr b="1" lang="en-US" sz="2500"/>
              <a:t>Window functions (rank, dense rank, row number etc)</a:t>
            </a:r>
            <a:endParaRPr b="1" sz="2500"/>
          </a:p>
          <a:p>
            <a:pPr indent="-327914" lvl="1" marL="283464" rtl="0" algn="l">
              <a:lnSpc>
                <a:spcPct val="90000"/>
              </a:lnSpc>
              <a:spcBef>
                <a:spcPts val="1000"/>
              </a:spcBef>
              <a:spcAft>
                <a:spcPts val="0"/>
              </a:spcAft>
              <a:buSzPts val="2500"/>
              <a:buChar char="•"/>
            </a:pPr>
            <a:r>
              <a:rPr b="1" lang="en-US" sz="2500"/>
              <a:t>Data Types, Variables and Constants</a:t>
            </a:r>
            <a:endParaRPr b="1" sz="2500"/>
          </a:p>
          <a:p>
            <a:pPr indent="-327914" lvl="1" marL="283464" rtl="0" algn="l">
              <a:lnSpc>
                <a:spcPct val="90000"/>
              </a:lnSpc>
              <a:spcBef>
                <a:spcPts val="1000"/>
              </a:spcBef>
              <a:spcAft>
                <a:spcPts val="0"/>
              </a:spcAft>
              <a:buSzPts val="2500"/>
              <a:buChar char="•"/>
            </a:pPr>
            <a:r>
              <a:rPr b="1" lang="en-US" sz="2500"/>
              <a:t>Conditional Structures : IF, CASE, GOTO and NULL</a:t>
            </a:r>
            <a:endParaRPr b="1" sz="2500"/>
          </a:p>
          <a:p>
            <a:pPr indent="-327914" lvl="1" marL="283464" rtl="0" algn="l">
              <a:lnSpc>
                <a:spcPct val="90000"/>
              </a:lnSpc>
              <a:spcBef>
                <a:spcPts val="1000"/>
              </a:spcBef>
              <a:spcAft>
                <a:spcPts val="0"/>
              </a:spcAft>
              <a:buSzPts val="2500"/>
              <a:buChar char="•"/>
            </a:pPr>
            <a:r>
              <a:rPr b="1" lang="en-US" sz="2500"/>
              <a:t>Integrating Python with SQL</a:t>
            </a:r>
            <a:endParaRPr b="1" sz="25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g283a0ad4a90_0_416"/>
          <p:cNvSpPr txBox="1"/>
          <p:nvPr>
            <p:ph type="title"/>
          </p:nvPr>
        </p:nvSpPr>
        <p:spPr>
          <a:xfrm>
            <a:off x="4457699" y="715961"/>
            <a:ext cx="7218900" cy="118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Quattrocento Sans"/>
              <a:buNone/>
            </a:pPr>
            <a:r>
              <a:rPr lang="en-US"/>
              <a:t>Window Function</a:t>
            </a:r>
            <a:endParaRPr/>
          </a:p>
        </p:txBody>
      </p:sp>
      <p:sp>
        <p:nvSpPr>
          <p:cNvPr id="427" name="Google Shape;427;g283a0ad4a90_0_416"/>
          <p:cNvSpPr txBox="1"/>
          <p:nvPr>
            <p:ph idx="1" type="body"/>
          </p:nvPr>
        </p:nvSpPr>
        <p:spPr>
          <a:xfrm>
            <a:off x="3797250" y="1905000"/>
            <a:ext cx="7879500" cy="3276600"/>
          </a:xfrm>
          <a:prstGeom prst="rect">
            <a:avLst/>
          </a:prstGeom>
          <a:noFill/>
          <a:ln>
            <a:noFill/>
          </a:ln>
        </p:spPr>
        <p:txBody>
          <a:bodyPr anchorCtr="0" anchor="t" bIns="45700" lIns="91425" spcFirstLastPara="1" rIns="91425" wrap="square" tIns="45700">
            <a:noAutofit/>
          </a:bodyPr>
          <a:lstStyle/>
          <a:p>
            <a:pPr indent="0" lvl="0" marL="0" rtl="0" algn="l">
              <a:lnSpc>
                <a:spcPct val="140000"/>
              </a:lnSpc>
              <a:spcBef>
                <a:spcPts val="1000"/>
              </a:spcBef>
              <a:spcAft>
                <a:spcPts val="0"/>
              </a:spcAft>
              <a:buClr>
                <a:schemeClr val="dk1"/>
              </a:buClr>
              <a:buSzPts val="1018"/>
              <a:buFont typeface="Arial"/>
              <a:buNone/>
            </a:pPr>
            <a:r>
              <a:rPr lang="en-US" sz="2065"/>
              <a:t>Window functions applies aggregate and ranking functions over a particular window (set of rows). OVER clause is used with window functions to define that window. OVER clause does two things : </a:t>
            </a:r>
            <a:endParaRPr sz="2065"/>
          </a:p>
          <a:p>
            <a:pPr indent="0" lvl="0" marL="0" rtl="0" algn="l">
              <a:lnSpc>
                <a:spcPct val="140000"/>
              </a:lnSpc>
              <a:spcBef>
                <a:spcPts val="1000"/>
              </a:spcBef>
              <a:spcAft>
                <a:spcPts val="0"/>
              </a:spcAft>
              <a:buClr>
                <a:schemeClr val="dk1"/>
              </a:buClr>
              <a:buSzPts val="1018"/>
              <a:buFont typeface="Arial"/>
              <a:buNone/>
            </a:pPr>
            <a:r>
              <a:t/>
            </a:r>
            <a:endParaRPr sz="2065"/>
          </a:p>
          <a:p>
            <a:pPr indent="-359727" lvl="0" marL="457200" rtl="0" algn="l">
              <a:lnSpc>
                <a:spcPct val="140000"/>
              </a:lnSpc>
              <a:spcBef>
                <a:spcPts val="1000"/>
              </a:spcBef>
              <a:spcAft>
                <a:spcPts val="0"/>
              </a:spcAft>
              <a:buSzPts val="2065"/>
              <a:buChar char="●"/>
            </a:pPr>
            <a:r>
              <a:rPr lang="en-US" sz="2065"/>
              <a:t>Partitions rows into form set of rows. (PARTITION BY clause is used) </a:t>
            </a:r>
            <a:endParaRPr sz="2065"/>
          </a:p>
          <a:p>
            <a:pPr indent="-359727" lvl="0" marL="457200" rtl="0" algn="l">
              <a:lnSpc>
                <a:spcPct val="140000"/>
              </a:lnSpc>
              <a:spcBef>
                <a:spcPts val="0"/>
              </a:spcBef>
              <a:spcAft>
                <a:spcPts val="0"/>
              </a:spcAft>
              <a:buSzPts val="2065"/>
              <a:buChar char="●"/>
            </a:pPr>
            <a:r>
              <a:rPr lang="en-US" sz="2065"/>
              <a:t>Orders rows within those partitions into a particular order. (ORDER BY clause is used) </a:t>
            </a:r>
            <a:endParaRPr sz="2065"/>
          </a:p>
          <a:p>
            <a:pPr indent="0" lvl="0" marL="0" rtl="0" algn="l">
              <a:lnSpc>
                <a:spcPct val="140000"/>
              </a:lnSpc>
              <a:spcBef>
                <a:spcPts val="1000"/>
              </a:spcBef>
              <a:spcAft>
                <a:spcPts val="0"/>
              </a:spcAft>
              <a:buSzPts val="1018"/>
              <a:buNone/>
            </a:pPr>
            <a:r>
              <a:t/>
            </a:r>
            <a:endParaRPr sz="2065"/>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g283a0ad4a90_0_370"/>
          <p:cNvSpPr txBox="1"/>
          <p:nvPr>
            <p:ph type="title"/>
          </p:nvPr>
        </p:nvSpPr>
        <p:spPr>
          <a:xfrm>
            <a:off x="762000" y="715961"/>
            <a:ext cx="5334000" cy="118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Quattrocento Sans"/>
              <a:buNone/>
            </a:pPr>
            <a:r>
              <a:rPr lang="en-US"/>
              <a:t>Window Function</a:t>
            </a:r>
            <a:endParaRPr/>
          </a:p>
        </p:txBody>
      </p:sp>
      <p:sp>
        <p:nvSpPr>
          <p:cNvPr id="433" name="Google Shape;433;g283a0ad4a90_0_370"/>
          <p:cNvSpPr txBox="1"/>
          <p:nvPr>
            <p:ph idx="1" type="body"/>
          </p:nvPr>
        </p:nvSpPr>
        <p:spPr>
          <a:xfrm>
            <a:off x="762000" y="1905000"/>
            <a:ext cx="9455700" cy="4377300"/>
          </a:xfrm>
          <a:prstGeom prst="rect">
            <a:avLst/>
          </a:prstGeom>
          <a:noFill/>
          <a:ln>
            <a:noFill/>
          </a:ln>
        </p:spPr>
        <p:txBody>
          <a:bodyPr anchorCtr="0" anchor="t" bIns="45700" lIns="91425" spcFirstLastPara="1" rIns="91425" wrap="square" tIns="45700">
            <a:noAutofit/>
          </a:bodyPr>
          <a:lstStyle/>
          <a:p>
            <a:pPr indent="0" lvl="0" marL="0" rtl="0" algn="l">
              <a:lnSpc>
                <a:spcPct val="70000"/>
              </a:lnSpc>
              <a:spcBef>
                <a:spcPts val="1000"/>
              </a:spcBef>
              <a:spcAft>
                <a:spcPts val="0"/>
              </a:spcAft>
              <a:buClr>
                <a:schemeClr val="dk1"/>
              </a:buClr>
              <a:buSzPts val="1100"/>
              <a:buFont typeface="Arial"/>
              <a:buNone/>
            </a:pPr>
            <a:r>
              <a:rPr lang="en-US" sz="2200"/>
              <a:t>SELECT coulmn_name1, </a:t>
            </a:r>
            <a:endParaRPr sz="2200"/>
          </a:p>
          <a:p>
            <a:pPr indent="0" lvl="0" marL="0" rtl="0" algn="l">
              <a:lnSpc>
                <a:spcPct val="70000"/>
              </a:lnSpc>
              <a:spcBef>
                <a:spcPts val="1000"/>
              </a:spcBef>
              <a:spcAft>
                <a:spcPts val="0"/>
              </a:spcAft>
              <a:buClr>
                <a:schemeClr val="dk1"/>
              </a:buClr>
              <a:buSzPts val="1100"/>
              <a:buFont typeface="Arial"/>
              <a:buNone/>
            </a:pPr>
            <a:r>
              <a:rPr lang="en-US" sz="2200"/>
              <a:t> window_function(cloumn_name2)</a:t>
            </a:r>
            <a:endParaRPr sz="2200"/>
          </a:p>
          <a:p>
            <a:pPr indent="0" lvl="0" marL="0" rtl="0" algn="l">
              <a:lnSpc>
                <a:spcPct val="70000"/>
              </a:lnSpc>
              <a:spcBef>
                <a:spcPts val="1000"/>
              </a:spcBef>
              <a:spcAft>
                <a:spcPts val="0"/>
              </a:spcAft>
              <a:buClr>
                <a:schemeClr val="dk1"/>
              </a:buClr>
              <a:buSzPts val="1100"/>
              <a:buFont typeface="Arial"/>
              <a:buNone/>
            </a:pPr>
            <a:r>
              <a:rPr lang="en-US" sz="2200"/>
              <a:t> OVER([PARTITION BY column_name1] [ORDER BY column_name3]) AS new_column</a:t>
            </a:r>
            <a:endParaRPr sz="2200"/>
          </a:p>
          <a:p>
            <a:pPr indent="0" lvl="0" marL="0" rtl="0" algn="l">
              <a:lnSpc>
                <a:spcPct val="70000"/>
              </a:lnSpc>
              <a:spcBef>
                <a:spcPts val="1000"/>
              </a:spcBef>
              <a:spcAft>
                <a:spcPts val="0"/>
              </a:spcAft>
              <a:buClr>
                <a:schemeClr val="dk1"/>
              </a:buClr>
              <a:buSzPts val="1100"/>
              <a:buFont typeface="Arial"/>
              <a:buNone/>
            </a:pPr>
            <a:r>
              <a:rPr lang="en-US" sz="2200"/>
              <a:t>FROM table_name;</a:t>
            </a:r>
            <a:endParaRPr sz="2200"/>
          </a:p>
          <a:p>
            <a:pPr indent="0" lvl="0" marL="0" rtl="0" algn="l">
              <a:lnSpc>
                <a:spcPct val="70000"/>
              </a:lnSpc>
              <a:spcBef>
                <a:spcPts val="1000"/>
              </a:spcBef>
              <a:spcAft>
                <a:spcPts val="0"/>
              </a:spcAft>
              <a:buClr>
                <a:srgbClr val="40857E"/>
              </a:buClr>
              <a:buSzPts val="1800"/>
              <a:buNone/>
            </a:pPr>
            <a:r>
              <a:t/>
            </a:r>
            <a:endParaRPr sz="2200"/>
          </a:p>
          <a:p>
            <a:pPr indent="0" lvl="0" marL="0" rtl="0" algn="l">
              <a:lnSpc>
                <a:spcPct val="70000"/>
              </a:lnSpc>
              <a:spcBef>
                <a:spcPts val="1000"/>
              </a:spcBef>
              <a:spcAft>
                <a:spcPts val="0"/>
              </a:spcAft>
              <a:buClr>
                <a:schemeClr val="dk1"/>
              </a:buClr>
              <a:buSzPts val="1100"/>
              <a:buFont typeface="Arial"/>
              <a:buNone/>
            </a:pPr>
            <a:r>
              <a:rPr lang="en-US" sz="2200"/>
              <a:t> </a:t>
            </a:r>
            <a:endParaRPr sz="2200"/>
          </a:p>
          <a:p>
            <a:pPr indent="0" lvl="0" marL="0" rtl="0" algn="l">
              <a:lnSpc>
                <a:spcPct val="70000"/>
              </a:lnSpc>
              <a:spcBef>
                <a:spcPts val="1000"/>
              </a:spcBef>
              <a:spcAft>
                <a:spcPts val="0"/>
              </a:spcAft>
              <a:buClr>
                <a:schemeClr val="dk1"/>
              </a:buClr>
              <a:buSzPts val="1100"/>
              <a:buFont typeface="Arial"/>
              <a:buNone/>
            </a:pPr>
            <a:r>
              <a:rPr lang="en-US" sz="2200"/>
              <a:t>window_function= any aggregate or ranking function    </a:t>
            </a:r>
            <a:endParaRPr sz="2200"/>
          </a:p>
          <a:p>
            <a:pPr indent="0" lvl="0" marL="0" rtl="0" algn="l">
              <a:lnSpc>
                <a:spcPct val="70000"/>
              </a:lnSpc>
              <a:spcBef>
                <a:spcPts val="1000"/>
              </a:spcBef>
              <a:spcAft>
                <a:spcPts val="0"/>
              </a:spcAft>
              <a:buClr>
                <a:schemeClr val="dk1"/>
              </a:buClr>
              <a:buSzPts val="1100"/>
              <a:buFont typeface="Arial"/>
              <a:buNone/>
            </a:pPr>
            <a:r>
              <a:rPr lang="en-US" sz="2200"/>
              <a:t>column_name1= column to be selected</a:t>
            </a:r>
            <a:endParaRPr sz="2200"/>
          </a:p>
          <a:p>
            <a:pPr indent="0" lvl="0" marL="0" rtl="0" algn="l">
              <a:lnSpc>
                <a:spcPct val="70000"/>
              </a:lnSpc>
              <a:spcBef>
                <a:spcPts val="1000"/>
              </a:spcBef>
              <a:spcAft>
                <a:spcPts val="0"/>
              </a:spcAft>
              <a:buClr>
                <a:schemeClr val="dk1"/>
              </a:buClr>
              <a:buSzPts val="1100"/>
              <a:buFont typeface="Arial"/>
              <a:buNone/>
            </a:pPr>
            <a:r>
              <a:rPr lang="en-US" sz="2200"/>
              <a:t>coulmn_name2= column on which window function is to be applied</a:t>
            </a:r>
            <a:endParaRPr sz="2200"/>
          </a:p>
          <a:p>
            <a:pPr indent="0" lvl="0" marL="0" rtl="0" algn="l">
              <a:lnSpc>
                <a:spcPct val="70000"/>
              </a:lnSpc>
              <a:spcBef>
                <a:spcPts val="1000"/>
              </a:spcBef>
              <a:spcAft>
                <a:spcPts val="0"/>
              </a:spcAft>
              <a:buClr>
                <a:schemeClr val="dk1"/>
              </a:buClr>
              <a:buSzPts val="1100"/>
              <a:buFont typeface="Arial"/>
              <a:buNone/>
            </a:pPr>
            <a:r>
              <a:rPr lang="en-US" sz="2200"/>
              <a:t>column_name3= column on whose basis partition of rows is to be done</a:t>
            </a:r>
            <a:endParaRPr sz="2200"/>
          </a:p>
          <a:p>
            <a:pPr indent="0" lvl="0" marL="0" rtl="0" algn="l">
              <a:lnSpc>
                <a:spcPct val="70000"/>
              </a:lnSpc>
              <a:spcBef>
                <a:spcPts val="1000"/>
              </a:spcBef>
              <a:spcAft>
                <a:spcPts val="0"/>
              </a:spcAft>
              <a:buClr>
                <a:schemeClr val="dk1"/>
              </a:buClr>
              <a:buSzPts val="1100"/>
              <a:buFont typeface="Arial"/>
              <a:buNone/>
            </a:pPr>
            <a:r>
              <a:rPr lang="en-US" sz="2200"/>
              <a:t>new_column= Name of new column</a:t>
            </a:r>
            <a:endParaRPr sz="2200"/>
          </a:p>
          <a:p>
            <a:pPr indent="0" lvl="0" marL="0" rtl="0" algn="l">
              <a:lnSpc>
                <a:spcPct val="70000"/>
              </a:lnSpc>
              <a:spcBef>
                <a:spcPts val="1000"/>
              </a:spcBef>
              <a:spcAft>
                <a:spcPts val="0"/>
              </a:spcAft>
              <a:buClr>
                <a:schemeClr val="dk1"/>
              </a:buClr>
              <a:buSzPts val="1100"/>
              <a:buFont typeface="Arial"/>
              <a:buNone/>
            </a:pPr>
            <a:r>
              <a:rPr lang="en-US" sz="2200"/>
              <a:t>table_name= Name of table</a:t>
            </a:r>
            <a:endParaRPr sz="2200"/>
          </a:p>
          <a:p>
            <a:pPr indent="0" lvl="0" marL="0" rtl="0" algn="l">
              <a:lnSpc>
                <a:spcPct val="70000"/>
              </a:lnSpc>
              <a:spcBef>
                <a:spcPts val="1000"/>
              </a:spcBef>
              <a:spcAft>
                <a:spcPts val="0"/>
              </a:spcAft>
              <a:buClr>
                <a:srgbClr val="40857E"/>
              </a:buClr>
              <a:buSzPts val="1800"/>
              <a:buNone/>
            </a:pPr>
            <a:r>
              <a:t/>
            </a:r>
            <a:endParaRPr sz="2200"/>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g283a0ad4a90_0_432"/>
          <p:cNvSpPr txBox="1"/>
          <p:nvPr>
            <p:ph type="title"/>
          </p:nvPr>
        </p:nvSpPr>
        <p:spPr>
          <a:xfrm>
            <a:off x="762000" y="715950"/>
            <a:ext cx="7536600" cy="118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Quattrocento Sans"/>
              <a:buNone/>
            </a:pPr>
            <a:r>
              <a:rPr lang="en-US"/>
              <a:t>Window Function : Example 1</a:t>
            </a:r>
            <a:endParaRPr/>
          </a:p>
        </p:txBody>
      </p:sp>
      <p:sp>
        <p:nvSpPr>
          <p:cNvPr id="439" name="Google Shape;439;g283a0ad4a90_0_432"/>
          <p:cNvSpPr txBox="1"/>
          <p:nvPr/>
        </p:nvSpPr>
        <p:spPr>
          <a:xfrm>
            <a:off x="424700" y="1668050"/>
            <a:ext cx="4148700" cy="49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1900">
                <a:latin typeface="Quattrocento Sans"/>
                <a:ea typeface="Quattrocento Sans"/>
                <a:cs typeface="Quattrocento Sans"/>
                <a:sym typeface="Quattrocento Sans"/>
              </a:rPr>
              <a:t>/*</a:t>
            </a:r>
            <a:endParaRPr b="1" sz="19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1900">
                <a:latin typeface="Quattrocento Sans"/>
                <a:ea typeface="Quattrocento Sans"/>
                <a:cs typeface="Quattrocento Sans"/>
                <a:sym typeface="Quattrocento Sans"/>
              </a:rPr>
              <a:t>Set up data</a:t>
            </a:r>
            <a:endParaRPr b="1" sz="19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1900">
                <a:latin typeface="Quattrocento Sans"/>
                <a:ea typeface="Quattrocento Sans"/>
                <a:cs typeface="Quattrocento Sans"/>
                <a:sym typeface="Quattrocento Sans"/>
              </a:rPr>
              <a:t>*/</a:t>
            </a:r>
            <a:endParaRPr b="1" sz="19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t/>
            </a:r>
            <a:endParaRPr b="1" sz="19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1900">
                <a:latin typeface="Quattrocento Sans"/>
                <a:ea typeface="Quattrocento Sans"/>
                <a:cs typeface="Quattrocento Sans"/>
                <a:sym typeface="Quattrocento Sans"/>
              </a:rPr>
              <a:t>CREATE TABLE orders (</a:t>
            </a:r>
            <a:endParaRPr b="1" sz="19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1900">
                <a:latin typeface="Quattrocento Sans"/>
                <a:ea typeface="Quattrocento Sans"/>
                <a:cs typeface="Quattrocento Sans"/>
                <a:sym typeface="Quattrocento Sans"/>
              </a:rPr>
              <a:t>  order_id INT,</a:t>
            </a:r>
            <a:endParaRPr b="1" sz="19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1900">
                <a:latin typeface="Quattrocento Sans"/>
                <a:ea typeface="Quattrocento Sans"/>
                <a:cs typeface="Quattrocento Sans"/>
                <a:sym typeface="Quattrocento Sans"/>
              </a:rPr>
              <a:t>  order_date DATE,</a:t>
            </a:r>
            <a:endParaRPr b="1" sz="19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1900">
                <a:latin typeface="Quattrocento Sans"/>
                <a:ea typeface="Quattrocento Sans"/>
                <a:cs typeface="Quattrocento Sans"/>
                <a:sym typeface="Quattrocento Sans"/>
              </a:rPr>
              <a:t>  order_total INT</a:t>
            </a:r>
            <a:endParaRPr b="1" sz="19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1900">
                <a:latin typeface="Quattrocento Sans"/>
                <a:ea typeface="Quattrocento Sans"/>
                <a:cs typeface="Quattrocento Sans"/>
                <a:sym typeface="Quattrocento Sans"/>
              </a:rPr>
              <a:t>);</a:t>
            </a:r>
            <a:endParaRPr b="1" sz="19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t/>
            </a:r>
            <a:endParaRPr b="1" sz="19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1900">
                <a:latin typeface="Quattrocento Sans"/>
                <a:ea typeface="Quattrocento Sans"/>
                <a:cs typeface="Quattrocento Sans"/>
                <a:sym typeface="Quattrocento Sans"/>
              </a:rPr>
              <a:t>INSERT INTO orders (order_id, order_date, order_total) VALUES</a:t>
            </a:r>
            <a:endParaRPr b="1" sz="19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1900">
                <a:latin typeface="Quattrocento Sans"/>
                <a:ea typeface="Quattrocento Sans"/>
                <a:cs typeface="Quattrocento Sans"/>
                <a:sym typeface="Quattrocento Sans"/>
              </a:rPr>
              <a:t>(1, '2020-04-03', 100),</a:t>
            </a:r>
            <a:endParaRPr b="1" sz="19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1900">
                <a:latin typeface="Quattrocento Sans"/>
                <a:ea typeface="Quattrocento Sans"/>
                <a:cs typeface="Quattrocento Sans"/>
                <a:sym typeface="Quattrocento Sans"/>
              </a:rPr>
              <a:t>(2, '2020-04-03', 250),</a:t>
            </a:r>
            <a:endParaRPr b="1" sz="19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1900">
                <a:latin typeface="Quattrocento Sans"/>
                <a:ea typeface="Quattrocento Sans"/>
                <a:cs typeface="Quattrocento Sans"/>
                <a:sym typeface="Quattrocento Sans"/>
              </a:rPr>
              <a:t>(3, '2020-04-04', 80),</a:t>
            </a:r>
            <a:endParaRPr b="1" sz="19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1900">
                <a:latin typeface="Quattrocento Sans"/>
                <a:ea typeface="Quattrocento Sans"/>
                <a:cs typeface="Quattrocento Sans"/>
                <a:sym typeface="Quattrocento Sans"/>
              </a:rPr>
              <a:t>(4, '2020-04-05', 10);</a:t>
            </a:r>
            <a:endParaRPr b="1" sz="1900">
              <a:latin typeface="Quattrocento Sans"/>
              <a:ea typeface="Quattrocento Sans"/>
              <a:cs typeface="Quattrocento Sans"/>
              <a:sym typeface="Quattrocento Sans"/>
            </a:endParaRPr>
          </a:p>
          <a:p>
            <a:pPr indent="0" lvl="0" marL="0" rtl="0" algn="l">
              <a:spcBef>
                <a:spcPts val="0"/>
              </a:spcBef>
              <a:spcAft>
                <a:spcPts val="0"/>
              </a:spcAft>
              <a:buNone/>
            </a:pPr>
            <a:r>
              <a:t/>
            </a:r>
            <a:endParaRPr b="1" sz="1900">
              <a:latin typeface="Quattrocento Sans"/>
              <a:ea typeface="Quattrocento Sans"/>
              <a:cs typeface="Quattrocento Sans"/>
              <a:sym typeface="Quattrocento Sans"/>
            </a:endParaRPr>
          </a:p>
        </p:txBody>
      </p:sp>
      <p:sp>
        <p:nvSpPr>
          <p:cNvPr id="440" name="Google Shape;440;g283a0ad4a90_0_432"/>
          <p:cNvSpPr txBox="1"/>
          <p:nvPr/>
        </p:nvSpPr>
        <p:spPr>
          <a:xfrm>
            <a:off x="4683300" y="1597500"/>
            <a:ext cx="4148700" cy="49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100">
                <a:latin typeface="Quattrocento Sans"/>
                <a:ea typeface="Quattrocento Sans"/>
                <a:cs typeface="Quattrocento Sans"/>
                <a:sym typeface="Quattrocento Sans"/>
              </a:rPr>
              <a:t>/*</a:t>
            </a:r>
            <a:endParaRPr b="1" sz="2100">
              <a:latin typeface="Quattrocento Sans"/>
              <a:ea typeface="Quattrocento Sans"/>
              <a:cs typeface="Quattrocento Sans"/>
              <a:sym typeface="Quattrocento Sans"/>
            </a:endParaRPr>
          </a:p>
          <a:p>
            <a:pPr indent="0" lvl="0" marL="0" rtl="0" algn="l">
              <a:spcBef>
                <a:spcPts val="0"/>
              </a:spcBef>
              <a:spcAft>
                <a:spcPts val="0"/>
              </a:spcAft>
              <a:buNone/>
            </a:pPr>
            <a:r>
              <a:rPr b="1" lang="en-US" sz="2100">
                <a:latin typeface="Quattrocento Sans"/>
                <a:ea typeface="Quattrocento Sans"/>
                <a:cs typeface="Quattrocento Sans"/>
                <a:sym typeface="Quattrocento Sans"/>
              </a:rPr>
              <a:t>Select data</a:t>
            </a:r>
            <a:endParaRPr b="1" sz="2100">
              <a:latin typeface="Quattrocento Sans"/>
              <a:ea typeface="Quattrocento Sans"/>
              <a:cs typeface="Quattrocento Sans"/>
              <a:sym typeface="Quattrocento Sans"/>
            </a:endParaRPr>
          </a:p>
          <a:p>
            <a:pPr indent="0" lvl="0" marL="0" rtl="0" algn="l">
              <a:spcBef>
                <a:spcPts val="0"/>
              </a:spcBef>
              <a:spcAft>
                <a:spcPts val="0"/>
              </a:spcAft>
              <a:buNone/>
            </a:pPr>
            <a:r>
              <a:rPr b="1" lang="en-US" sz="2100">
                <a:latin typeface="Quattrocento Sans"/>
                <a:ea typeface="Quattrocento Sans"/>
                <a:cs typeface="Quattrocento Sans"/>
                <a:sym typeface="Quattrocento Sans"/>
              </a:rPr>
              <a:t>*/</a:t>
            </a:r>
            <a:endParaRPr b="1" sz="2100">
              <a:latin typeface="Quattrocento Sans"/>
              <a:ea typeface="Quattrocento Sans"/>
              <a:cs typeface="Quattrocento Sans"/>
              <a:sym typeface="Quattrocento Sans"/>
            </a:endParaRPr>
          </a:p>
          <a:p>
            <a:pPr indent="0" lvl="0" marL="0" rtl="0" algn="l">
              <a:spcBef>
                <a:spcPts val="0"/>
              </a:spcBef>
              <a:spcAft>
                <a:spcPts val="0"/>
              </a:spcAft>
              <a:buNone/>
            </a:pPr>
            <a:r>
              <a:t/>
            </a:r>
            <a:endParaRPr b="1" sz="2100">
              <a:latin typeface="Quattrocento Sans"/>
              <a:ea typeface="Quattrocento Sans"/>
              <a:cs typeface="Quattrocento Sans"/>
              <a:sym typeface="Quattrocento Sans"/>
            </a:endParaRPr>
          </a:p>
          <a:p>
            <a:pPr indent="0" lvl="0" marL="0" rtl="0" algn="l">
              <a:spcBef>
                <a:spcPts val="0"/>
              </a:spcBef>
              <a:spcAft>
                <a:spcPts val="0"/>
              </a:spcAft>
              <a:buNone/>
            </a:pPr>
            <a:r>
              <a:rPr b="1" lang="en-US" sz="2100">
                <a:latin typeface="Quattrocento Sans"/>
                <a:ea typeface="Quattrocento Sans"/>
                <a:cs typeface="Quattrocento Sans"/>
                <a:sym typeface="Quattrocento Sans"/>
              </a:rPr>
              <a:t>SELECT</a:t>
            </a:r>
            <a:endParaRPr b="1" sz="2100">
              <a:latin typeface="Quattrocento Sans"/>
              <a:ea typeface="Quattrocento Sans"/>
              <a:cs typeface="Quattrocento Sans"/>
              <a:sym typeface="Quattrocento Sans"/>
            </a:endParaRPr>
          </a:p>
          <a:p>
            <a:pPr indent="0" lvl="0" marL="0" rtl="0" algn="l">
              <a:spcBef>
                <a:spcPts val="0"/>
              </a:spcBef>
              <a:spcAft>
                <a:spcPts val="0"/>
              </a:spcAft>
              <a:buNone/>
            </a:pPr>
            <a:r>
              <a:rPr b="1" lang="en-US" sz="2100">
                <a:latin typeface="Quattrocento Sans"/>
                <a:ea typeface="Quattrocento Sans"/>
                <a:cs typeface="Quattrocento Sans"/>
                <a:sym typeface="Quattrocento Sans"/>
              </a:rPr>
              <a:t>order_id,</a:t>
            </a:r>
            <a:endParaRPr b="1" sz="2100">
              <a:latin typeface="Quattrocento Sans"/>
              <a:ea typeface="Quattrocento Sans"/>
              <a:cs typeface="Quattrocento Sans"/>
              <a:sym typeface="Quattrocento Sans"/>
            </a:endParaRPr>
          </a:p>
          <a:p>
            <a:pPr indent="0" lvl="0" marL="0" rtl="0" algn="l">
              <a:spcBef>
                <a:spcPts val="0"/>
              </a:spcBef>
              <a:spcAft>
                <a:spcPts val="0"/>
              </a:spcAft>
              <a:buNone/>
            </a:pPr>
            <a:r>
              <a:rPr b="1" lang="en-US" sz="2100">
                <a:latin typeface="Quattrocento Sans"/>
                <a:ea typeface="Quattrocento Sans"/>
                <a:cs typeface="Quattrocento Sans"/>
                <a:sym typeface="Quattrocento Sans"/>
              </a:rPr>
              <a:t>order_date,</a:t>
            </a:r>
            <a:endParaRPr b="1" sz="2100">
              <a:latin typeface="Quattrocento Sans"/>
              <a:ea typeface="Quattrocento Sans"/>
              <a:cs typeface="Quattrocento Sans"/>
              <a:sym typeface="Quattrocento Sans"/>
            </a:endParaRPr>
          </a:p>
          <a:p>
            <a:pPr indent="0" lvl="0" marL="0" rtl="0" algn="l">
              <a:spcBef>
                <a:spcPts val="0"/>
              </a:spcBef>
              <a:spcAft>
                <a:spcPts val="0"/>
              </a:spcAft>
              <a:buNone/>
            </a:pPr>
            <a:r>
              <a:rPr b="1" lang="en-US" sz="2100">
                <a:latin typeface="Quattrocento Sans"/>
                <a:ea typeface="Quattrocento Sans"/>
                <a:cs typeface="Quattrocento Sans"/>
                <a:sym typeface="Quattrocento Sans"/>
              </a:rPr>
              <a:t>order_total</a:t>
            </a:r>
            <a:endParaRPr b="1" sz="2100">
              <a:latin typeface="Quattrocento Sans"/>
              <a:ea typeface="Quattrocento Sans"/>
              <a:cs typeface="Quattrocento Sans"/>
              <a:sym typeface="Quattrocento Sans"/>
            </a:endParaRPr>
          </a:p>
          <a:p>
            <a:pPr indent="0" lvl="0" marL="0" rtl="0" algn="l">
              <a:spcBef>
                <a:spcPts val="0"/>
              </a:spcBef>
              <a:spcAft>
                <a:spcPts val="0"/>
              </a:spcAft>
              <a:buNone/>
            </a:pPr>
            <a:r>
              <a:rPr b="1" lang="en-US" sz="2100">
                <a:latin typeface="Quattrocento Sans"/>
                <a:ea typeface="Quattrocento Sans"/>
                <a:cs typeface="Quattrocento Sans"/>
                <a:sym typeface="Quattrocento Sans"/>
              </a:rPr>
              <a:t>FROM orders;</a:t>
            </a:r>
            <a:endParaRPr b="1" sz="2100">
              <a:latin typeface="Quattrocento Sans"/>
              <a:ea typeface="Quattrocento Sans"/>
              <a:cs typeface="Quattrocento Sans"/>
              <a:sym typeface="Quattrocento Sans"/>
            </a:endParaRPr>
          </a:p>
          <a:p>
            <a:pPr indent="0" lvl="0" marL="0" rtl="0" algn="l">
              <a:spcBef>
                <a:spcPts val="0"/>
              </a:spcBef>
              <a:spcAft>
                <a:spcPts val="0"/>
              </a:spcAft>
              <a:buNone/>
            </a:pPr>
            <a:r>
              <a:t/>
            </a:r>
            <a:endParaRPr b="1" sz="2100">
              <a:latin typeface="Quattrocento Sans"/>
              <a:ea typeface="Quattrocento Sans"/>
              <a:cs typeface="Quattrocento Sans"/>
              <a:sym typeface="Quattrocento Sans"/>
            </a:endParaRPr>
          </a:p>
          <a:p>
            <a:pPr indent="0" lvl="0" marL="0" rtl="0" algn="l">
              <a:spcBef>
                <a:spcPts val="0"/>
              </a:spcBef>
              <a:spcAft>
                <a:spcPts val="0"/>
              </a:spcAft>
              <a:buNone/>
            </a:pPr>
            <a:r>
              <a:t/>
            </a:r>
            <a:endParaRPr b="1" sz="2100">
              <a:latin typeface="Quattrocento Sans"/>
              <a:ea typeface="Quattrocento Sans"/>
              <a:cs typeface="Quattrocento Sans"/>
              <a:sym typeface="Quattrocento Sans"/>
            </a:endParaRPr>
          </a:p>
        </p:txBody>
      </p:sp>
      <p:sp>
        <p:nvSpPr>
          <p:cNvPr id="441" name="Google Shape;441;g283a0ad4a90_0_432"/>
          <p:cNvSpPr txBox="1"/>
          <p:nvPr/>
        </p:nvSpPr>
        <p:spPr>
          <a:xfrm>
            <a:off x="7497150" y="1597500"/>
            <a:ext cx="4148700" cy="49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2100">
                <a:latin typeface="Quattrocento Sans"/>
                <a:ea typeface="Quattrocento Sans"/>
                <a:cs typeface="Quattrocento Sans"/>
                <a:sym typeface="Quattrocento Sans"/>
              </a:rPr>
              <a:t>/*</a:t>
            </a:r>
            <a:endParaRPr b="1" sz="21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2100">
                <a:latin typeface="Quattrocento Sans"/>
                <a:ea typeface="Quattrocento Sans"/>
                <a:cs typeface="Quattrocento Sans"/>
                <a:sym typeface="Quattrocento Sans"/>
              </a:rPr>
              <a:t>First window function example</a:t>
            </a:r>
            <a:endParaRPr b="1" sz="21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2100">
                <a:latin typeface="Quattrocento Sans"/>
                <a:ea typeface="Quattrocento Sans"/>
                <a:cs typeface="Quattrocento Sans"/>
                <a:sym typeface="Quattrocento Sans"/>
              </a:rPr>
              <a:t>*/</a:t>
            </a:r>
            <a:endParaRPr b="1" sz="21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t/>
            </a:r>
            <a:endParaRPr b="1" sz="21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2100">
                <a:latin typeface="Quattrocento Sans"/>
                <a:ea typeface="Quattrocento Sans"/>
                <a:cs typeface="Quattrocento Sans"/>
                <a:sym typeface="Quattrocento Sans"/>
              </a:rPr>
              <a:t>SELECT</a:t>
            </a:r>
            <a:endParaRPr b="1" sz="21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2100">
                <a:latin typeface="Quattrocento Sans"/>
                <a:ea typeface="Quattrocento Sans"/>
                <a:cs typeface="Quattrocento Sans"/>
                <a:sym typeface="Quattrocento Sans"/>
              </a:rPr>
              <a:t>order_id,</a:t>
            </a:r>
            <a:endParaRPr b="1" sz="21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2100">
                <a:latin typeface="Quattrocento Sans"/>
                <a:ea typeface="Quattrocento Sans"/>
                <a:cs typeface="Quattrocento Sans"/>
                <a:sym typeface="Quattrocento Sans"/>
              </a:rPr>
              <a:t>order_date,</a:t>
            </a:r>
            <a:endParaRPr b="1" sz="21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2100">
                <a:latin typeface="Quattrocento Sans"/>
                <a:ea typeface="Quattrocento Sans"/>
                <a:cs typeface="Quattrocento Sans"/>
                <a:sym typeface="Quattrocento Sans"/>
              </a:rPr>
              <a:t>order_total,</a:t>
            </a:r>
            <a:endParaRPr b="1" sz="21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2100">
                <a:latin typeface="Quattrocento Sans"/>
                <a:ea typeface="Quattrocento Sans"/>
                <a:cs typeface="Quattrocento Sans"/>
                <a:sym typeface="Quattrocento Sans"/>
              </a:rPr>
              <a:t>SUM(order_total) OVER (</a:t>
            </a:r>
            <a:endParaRPr b="1" sz="21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2100">
                <a:latin typeface="Quattrocento Sans"/>
                <a:ea typeface="Quattrocento Sans"/>
                <a:cs typeface="Quattrocento Sans"/>
                <a:sym typeface="Quattrocento Sans"/>
              </a:rPr>
              <a:t>  ORDER BY order_id ASC</a:t>
            </a:r>
            <a:endParaRPr b="1" sz="21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2100">
                <a:latin typeface="Quattrocento Sans"/>
                <a:ea typeface="Quattrocento Sans"/>
                <a:cs typeface="Quattrocento Sans"/>
                <a:sym typeface="Quattrocento Sans"/>
              </a:rPr>
              <a:t>) AS running_total</a:t>
            </a:r>
            <a:endParaRPr b="1" sz="21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2100">
                <a:latin typeface="Quattrocento Sans"/>
                <a:ea typeface="Quattrocento Sans"/>
                <a:cs typeface="Quattrocento Sans"/>
                <a:sym typeface="Quattrocento Sans"/>
              </a:rPr>
              <a:t>FROM orders</a:t>
            </a:r>
            <a:endParaRPr b="1" sz="21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2100">
                <a:latin typeface="Quattrocento Sans"/>
                <a:ea typeface="Quattrocento Sans"/>
                <a:cs typeface="Quattrocento Sans"/>
                <a:sym typeface="Quattrocento Sans"/>
              </a:rPr>
              <a:t>ORDER BY order_id ASC;</a:t>
            </a:r>
            <a:endParaRPr b="1" sz="2100">
              <a:latin typeface="Quattrocento Sans"/>
              <a:ea typeface="Quattrocento Sans"/>
              <a:cs typeface="Quattrocento Sans"/>
              <a:sym typeface="Quattrocento Sans"/>
            </a:endParaRPr>
          </a:p>
          <a:p>
            <a:pPr indent="0" lvl="0" marL="0" rtl="0" algn="l">
              <a:spcBef>
                <a:spcPts val="0"/>
              </a:spcBef>
              <a:spcAft>
                <a:spcPts val="0"/>
              </a:spcAft>
              <a:buNone/>
            </a:pPr>
            <a:r>
              <a:t/>
            </a:r>
            <a:endParaRPr b="1" sz="2100">
              <a:latin typeface="Quattrocento Sans"/>
              <a:ea typeface="Quattrocento Sans"/>
              <a:cs typeface="Quattrocento Sans"/>
              <a:sym typeface="Quattrocento Sans"/>
            </a:endParaRPr>
          </a:p>
          <a:p>
            <a:pPr indent="0" lvl="0" marL="0" rtl="0" algn="l">
              <a:spcBef>
                <a:spcPts val="0"/>
              </a:spcBef>
              <a:spcAft>
                <a:spcPts val="0"/>
              </a:spcAft>
              <a:buNone/>
            </a:pPr>
            <a:r>
              <a:t/>
            </a:r>
            <a:endParaRPr b="1" sz="2100">
              <a:latin typeface="Quattrocento Sans"/>
              <a:ea typeface="Quattrocento Sans"/>
              <a:cs typeface="Quattrocento Sans"/>
              <a:sym typeface="Quattrocento Sans"/>
            </a:endParaRPr>
          </a:p>
          <a:p>
            <a:pPr indent="0" lvl="0" marL="0" rtl="0" algn="l">
              <a:spcBef>
                <a:spcPts val="0"/>
              </a:spcBef>
              <a:spcAft>
                <a:spcPts val="0"/>
              </a:spcAft>
              <a:buNone/>
            </a:pPr>
            <a:r>
              <a:t/>
            </a:r>
            <a:endParaRPr b="1" sz="2100">
              <a:latin typeface="Quattrocento Sans"/>
              <a:ea typeface="Quattrocento Sans"/>
              <a:cs typeface="Quattrocento Sans"/>
              <a:sym typeface="Quattrocento Sans"/>
            </a:endParaRPr>
          </a:p>
          <a:p>
            <a:pPr indent="0" lvl="0" marL="0" rtl="0" algn="l">
              <a:spcBef>
                <a:spcPts val="0"/>
              </a:spcBef>
              <a:spcAft>
                <a:spcPts val="0"/>
              </a:spcAft>
              <a:buNone/>
            </a:pPr>
            <a:r>
              <a:t/>
            </a:r>
            <a:endParaRPr b="1" sz="2100">
              <a:latin typeface="Quattrocento Sans"/>
              <a:ea typeface="Quattrocento Sans"/>
              <a:cs typeface="Quattrocento Sans"/>
              <a:sym typeface="Quattrocento Sans"/>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g283a0ad4a90_0_445"/>
          <p:cNvSpPr txBox="1"/>
          <p:nvPr>
            <p:ph type="title"/>
          </p:nvPr>
        </p:nvSpPr>
        <p:spPr>
          <a:xfrm>
            <a:off x="762000" y="715950"/>
            <a:ext cx="8806800" cy="118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Quattrocento Sans"/>
              <a:buNone/>
            </a:pPr>
            <a:r>
              <a:rPr lang="en-US"/>
              <a:t>Window Function : Example 1 contd…</a:t>
            </a:r>
            <a:endParaRPr/>
          </a:p>
        </p:txBody>
      </p:sp>
      <p:sp>
        <p:nvSpPr>
          <p:cNvPr id="447" name="Google Shape;447;g283a0ad4a90_0_445"/>
          <p:cNvSpPr txBox="1"/>
          <p:nvPr/>
        </p:nvSpPr>
        <p:spPr>
          <a:xfrm>
            <a:off x="424700" y="1668050"/>
            <a:ext cx="4148700" cy="49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1900">
                <a:latin typeface="Quattrocento Sans"/>
                <a:ea typeface="Quattrocento Sans"/>
                <a:cs typeface="Quattrocento Sans"/>
                <a:sym typeface="Quattrocento Sans"/>
              </a:rPr>
              <a:t>/*</a:t>
            </a:r>
            <a:endParaRPr b="1" sz="19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1900">
                <a:latin typeface="Quattrocento Sans"/>
                <a:ea typeface="Quattrocento Sans"/>
                <a:cs typeface="Quattrocento Sans"/>
                <a:sym typeface="Quattrocento Sans"/>
              </a:rPr>
              <a:t>Add more data</a:t>
            </a:r>
            <a:endParaRPr b="1" sz="19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1900">
                <a:latin typeface="Quattrocento Sans"/>
                <a:ea typeface="Quattrocento Sans"/>
                <a:cs typeface="Quattrocento Sans"/>
                <a:sym typeface="Quattrocento Sans"/>
              </a:rPr>
              <a:t>*/</a:t>
            </a:r>
            <a:endParaRPr b="1" sz="19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t/>
            </a:r>
            <a:endParaRPr b="1" sz="19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1900">
                <a:latin typeface="Quattrocento Sans"/>
                <a:ea typeface="Quattrocento Sans"/>
                <a:cs typeface="Quattrocento Sans"/>
                <a:sym typeface="Quattrocento Sans"/>
              </a:rPr>
              <a:t>INSERT INTO orders (order_id, order_date, order_total) VALUES</a:t>
            </a:r>
            <a:endParaRPr b="1" sz="19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1900">
                <a:latin typeface="Quattrocento Sans"/>
                <a:ea typeface="Quattrocento Sans"/>
                <a:cs typeface="Quattrocento Sans"/>
                <a:sym typeface="Quattrocento Sans"/>
              </a:rPr>
              <a:t>(5, '2020-04-03', 120),</a:t>
            </a:r>
            <a:endParaRPr b="1" sz="19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1900">
                <a:latin typeface="Quattrocento Sans"/>
                <a:ea typeface="Quattrocento Sans"/>
                <a:cs typeface="Quattrocento Sans"/>
                <a:sym typeface="Quattrocento Sans"/>
              </a:rPr>
              <a:t>(6, '2020-04-04', 90),</a:t>
            </a:r>
            <a:endParaRPr b="1" sz="19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1900">
                <a:latin typeface="Quattrocento Sans"/>
                <a:ea typeface="Quattrocento Sans"/>
                <a:cs typeface="Quattrocento Sans"/>
                <a:sym typeface="Quattrocento Sans"/>
              </a:rPr>
              <a:t>(7, '2020-04-04', 50),</a:t>
            </a:r>
            <a:endParaRPr b="1" sz="19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1900">
                <a:latin typeface="Quattrocento Sans"/>
                <a:ea typeface="Quattrocento Sans"/>
                <a:cs typeface="Quattrocento Sans"/>
                <a:sym typeface="Quattrocento Sans"/>
              </a:rPr>
              <a:t>(8, '2020-04-04', 15);</a:t>
            </a:r>
            <a:endParaRPr b="1" sz="19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t/>
            </a:r>
            <a:endParaRPr b="1" sz="1900">
              <a:latin typeface="Quattrocento Sans"/>
              <a:ea typeface="Quattrocento Sans"/>
              <a:cs typeface="Quattrocento Sans"/>
              <a:sym typeface="Quattrocento Sans"/>
            </a:endParaRPr>
          </a:p>
          <a:p>
            <a:pPr indent="0" lvl="0" marL="0" rtl="0" algn="l">
              <a:spcBef>
                <a:spcPts val="0"/>
              </a:spcBef>
              <a:spcAft>
                <a:spcPts val="0"/>
              </a:spcAft>
              <a:buNone/>
            </a:pPr>
            <a:r>
              <a:t/>
            </a:r>
            <a:endParaRPr b="1" sz="1900">
              <a:latin typeface="Quattrocento Sans"/>
              <a:ea typeface="Quattrocento Sans"/>
              <a:cs typeface="Quattrocento Sans"/>
              <a:sym typeface="Quattrocento Sans"/>
            </a:endParaRPr>
          </a:p>
        </p:txBody>
      </p:sp>
      <p:sp>
        <p:nvSpPr>
          <p:cNvPr id="448" name="Google Shape;448;g283a0ad4a90_0_445"/>
          <p:cNvSpPr txBox="1"/>
          <p:nvPr/>
        </p:nvSpPr>
        <p:spPr>
          <a:xfrm>
            <a:off x="4271250" y="1597500"/>
            <a:ext cx="4148700" cy="49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2100">
                <a:latin typeface="Quattrocento Sans"/>
                <a:ea typeface="Quattrocento Sans"/>
                <a:cs typeface="Quattrocento Sans"/>
                <a:sym typeface="Quattrocento Sans"/>
              </a:rPr>
              <a:t>/*</a:t>
            </a:r>
            <a:endParaRPr b="1" sz="21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2100">
                <a:latin typeface="Quattrocento Sans"/>
                <a:ea typeface="Quattrocento Sans"/>
                <a:cs typeface="Quattrocento Sans"/>
                <a:sym typeface="Quattrocento Sans"/>
              </a:rPr>
              <a:t>Use a partition clause</a:t>
            </a:r>
            <a:endParaRPr b="1" sz="21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2100">
                <a:latin typeface="Quattrocento Sans"/>
                <a:ea typeface="Quattrocento Sans"/>
                <a:cs typeface="Quattrocento Sans"/>
                <a:sym typeface="Quattrocento Sans"/>
              </a:rPr>
              <a:t>*/</a:t>
            </a:r>
            <a:endParaRPr b="1" sz="21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t/>
            </a:r>
            <a:endParaRPr b="1" sz="21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2100">
                <a:latin typeface="Quattrocento Sans"/>
                <a:ea typeface="Quattrocento Sans"/>
                <a:cs typeface="Quattrocento Sans"/>
                <a:sym typeface="Quattrocento Sans"/>
              </a:rPr>
              <a:t>SELECT</a:t>
            </a:r>
            <a:endParaRPr b="1" sz="21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2100">
                <a:latin typeface="Quattrocento Sans"/>
                <a:ea typeface="Quattrocento Sans"/>
                <a:cs typeface="Quattrocento Sans"/>
                <a:sym typeface="Quattrocento Sans"/>
              </a:rPr>
              <a:t>order_id,</a:t>
            </a:r>
            <a:endParaRPr b="1" sz="21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2100">
                <a:latin typeface="Quattrocento Sans"/>
                <a:ea typeface="Quattrocento Sans"/>
                <a:cs typeface="Quattrocento Sans"/>
                <a:sym typeface="Quattrocento Sans"/>
              </a:rPr>
              <a:t>order_date,</a:t>
            </a:r>
            <a:endParaRPr b="1" sz="21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2100">
                <a:latin typeface="Quattrocento Sans"/>
                <a:ea typeface="Quattrocento Sans"/>
                <a:cs typeface="Quattrocento Sans"/>
                <a:sym typeface="Quattrocento Sans"/>
              </a:rPr>
              <a:t>order_total,</a:t>
            </a:r>
            <a:endParaRPr b="1" sz="21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2100">
                <a:latin typeface="Quattrocento Sans"/>
                <a:ea typeface="Quattrocento Sans"/>
                <a:cs typeface="Quattrocento Sans"/>
                <a:sym typeface="Quattrocento Sans"/>
              </a:rPr>
              <a:t>SUM(order_total) OVER (</a:t>
            </a:r>
            <a:endParaRPr b="1" sz="21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2100">
                <a:latin typeface="Quattrocento Sans"/>
                <a:ea typeface="Quattrocento Sans"/>
                <a:cs typeface="Quattrocento Sans"/>
                <a:sym typeface="Quattrocento Sans"/>
              </a:rPr>
              <a:t>  PARTITION BY order_date </a:t>
            </a:r>
            <a:endParaRPr b="1" sz="21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2100">
                <a:latin typeface="Quattrocento Sans"/>
                <a:ea typeface="Quattrocento Sans"/>
                <a:cs typeface="Quattrocento Sans"/>
                <a:sym typeface="Quattrocento Sans"/>
              </a:rPr>
              <a:t>  ORDER BY order_id ASC) AS running_total</a:t>
            </a:r>
            <a:endParaRPr b="1" sz="21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2100">
                <a:latin typeface="Quattrocento Sans"/>
                <a:ea typeface="Quattrocento Sans"/>
                <a:cs typeface="Quattrocento Sans"/>
                <a:sym typeface="Quattrocento Sans"/>
              </a:rPr>
              <a:t>FROM orders</a:t>
            </a:r>
            <a:endParaRPr b="1" sz="21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2100">
                <a:latin typeface="Quattrocento Sans"/>
                <a:ea typeface="Quattrocento Sans"/>
                <a:cs typeface="Quattrocento Sans"/>
                <a:sym typeface="Quattrocento Sans"/>
              </a:rPr>
              <a:t>ORDER BY order_id ASC;</a:t>
            </a:r>
            <a:endParaRPr b="1" sz="21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t/>
            </a:r>
            <a:endParaRPr b="1" sz="2100">
              <a:latin typeface="Quattrocento Sans"/>
              <a:ea typeface="Quattrocento Sans"/>
              <a:cs typeface="Quattrocento Sans"/>
              <a:sym typeface="Quattrocento Sans"/>
            </a:endParaRPr>
          </a:p>
          <a:p>
            <a:pPr indent="0" lvl="0" marL="0" rtl="0" algn="l">
              <a:spcBef>
                <a:spcPts val="0"/>
              </a:spcBef>
              <a:spcAft>
                <a:spcPts val="0"/>
              </a:spcAft>
              <a:buNone/>
            </a:pPr>
            <a:r>
              <a:t/>
            </a:r>
            <a:endParaRPr b="1" sz="2100">
              <a:latin typeface="Quattrocento Sans"/>
              <a:ea typeface="Quattrocento Sans"/>
              <a:cs typeface="Quattrocento Sans"/>
              <a:sym typeface="Quattrocento Sans"/>
            </a:endParaRPr>
          </a:p>
        </p:txBody>
      </p:sp>
      <p:sp>
        <p:nvSpPr>
          <p:cNvPr id="449" name="Google Shape;449;g283a0ad4a90_0_445"/>
          <p:cNvSpPr txBox="1"/>
          <p:nvPr/>
        </p:nvSpPr>
        <p:spPr>
          <a:xfrm>
            <a:off x="8259150" y="1597500"/>
            <a:ext cx="4148700" cy="49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2100">
                <a:latin typeface="Quattrocento Sans"/>
                <a:ea typeface="Quattrocento Sans"/>
                <a:cs typeface="Quattrocento Sans"/>
                <a:sym typeface="Quattrocento Sans"/>
              </a:rPr>
              <a:t>/*</a:t>
            </a:r>
            <a:endParaRPr b="1" sz="21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2100">
                <a:latin typeface="Quattrocento Sans"/>
                <a:ea typeface="Quattrocento Sans"/>
                <a:cs typeface="Quattrocento Sans"/>
                <a:sym typeface="Quattrocento Sans"/>
              </a:rPr>
              <a:t>Update the order by clause</a:t>
            </a:r>
            <a:endParaRPr b="1" sz="21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2100">
                <a:latin typeface="Quattrocento Sans"/>
                <a:ea typeface="Quattrocento Sans"/>
                <a:cs typeface="Quattrocento Sans"/>
                <a:sym typeface="Quattrocento Sans"/>
              </a:rPr>
              <a:t>*/</a:t>
            </a:r>
            <a:endParaRPr b="1" sz="21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t/>
            </a:r>
            <a:endParaRPr b="1" sz="21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2100">
                <a:latin typeface="Quattrocento Sans"/>
                <a:ea typeface="Quattrocento Sans"/>
                <a:cs typeface="Quattrocento Sans"/>
                <a:sym typeface="Quattrocento Sans"/>
              </a:rPr>
              <a:t>SELECT</a:t>
            </a:r>
            <a:endParaRPr b="1" sz="21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2100">
                <a:latin typeface="Quattrocento Sans"/>
                <a:ea typeface="Quattrocento Sans"/>
                <a:cs typeface="Quattrocento Sans"/>
                <a:sym typeface="Quattrocento Sans"/>
              </a:rPr>
              <a:t>order_id,</a:t>
            </a:r>
            <a:endParaRPr b="1" sz="21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2100">
                <a:latin typeface="Quattrocento Sans"/>
                <a:ea typeface="Quattrocento Sans"/>
                <a:cs typeface="Quattrocento Sans"/>
                <a:sym typeface="Quattrocento Sans"/>
              </a:rPr>
              <a:t>order_date,</a:t>
            </a:r>
            <a:endParaRPr b="1" sz="21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2100">
                <a:latin typeface="Quattrocento Sans"/>
                <a:ea typeface="Quattrocento Sans"/>
                <a:cs typeface="Quattrocento Sans"/>
                <a:sym typeface="Quattrocento Sans"/>
              </a:rPr>
              <a:t>order_total,</a:t>
            </a:r>
            <a:endParaRPr b="1" sz="21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2100">
                <a:latin typeface="Quattrocento Sans"/>
                <a:ea typeface="Quattrocento Sans"/>
                <a:cs typeface="Quattrocento Sans"/>
                <a:sym typeface="Quattrocento Sans"/>
              </a:rPr>
              <a:t>SUM(order_total) OVER (</a:t>
            </a:r>
            <a:endParaRPr b="1" sz="21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2100">
                <a:latin typeface="Quattrocento Sans"/>
                <a:ea typeface="Quattrocento Sans"/>
                <a:cs typeface="Quattrocento Sans"/>
                <a:sym typeface="Quattrocento Sans"/>
              </a:rPr>
              <a:t>  PARTITION BY order_date </a:t>
            </a:r>
            <a:endParaRPr b="1" sz="21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2100">
                <a:latin typeface="Quattrocento Sans"/>
                <a:ea typeface="Quattrocento Sans"/>
                <a:cs typeface="Quattrocento Sans"/>
                <a:sym typeface="Quattrocento Sans"/>
              </a:rPr>
              <a:t>  ORDER BY order_id ASC) AS running_total</a:t>
            </a:r>
            <a:endParaRPr b="1" sz="21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2100">
                <a:latin typeface="Quattrocento Sans"/>
                <a:ea typeface="Quattrocento Sans"/>
                <a:cs typeface="Quattrocento Sans"/>
                <a:sym typeface="Quattrocento Sans"/>
              </a:rPr>
              <a:t>FROM orders</a:t>
            </a:r>
            <a:endParaRPr b="1" sz="21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2100">
                <a:latin typeface="Quattrocento Sans"/>
                <a:ea typeface="Quattrocento Sans"/>
                <a:cs typeface="Quattrocento Sans"/>
                <a:sym typeface="Quattrocento Sans"/>
              </a:rPr>
              <a:t>ORDER BY order_date ASC;</a:t>
            </a:r>
            <a:endParaRPr b="1" sz="2100">
              <a:latin typeface="Quattrocento Sans"/>
              <a:ea typeface="Quattrocento Sans"/>
              <a:cs typeface="Quattrocento Sans"/>
              <a:sym typeface="Quattrocento Sans"/>
            </a:endParaRPr>
          </a:p>
          <a:p>
            <a:pPr indent="0" lvl="0" marL="0" rtl="0" algn="l">
              <a:spcBef>
                <a:spcPts val="0"/>
              </a:spcBef>
              <a:spcAft>
                <a:spcPts val="0"/>
              </a:spcAft>
              <a:buNone/>
            </a:pPr>
            <a:r>
              <a:t/>
            </a:r>
            <a:endParaRPr b="1" sz="2100">
              <a:latin typeface="Quattrocento Sans"/>
              <a:ea typeface="Quattrocento Sans"/>
              <a:cs typeface="Quattrocento Sans"/>
              <a:sym typeface="Quattrocento Sans"/>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g283a0ad4a90_0_455"/>
          <p:cNvSpPr txBox="1"/>
          <p:nvPr>
            <p:ph type="title"/>
          </p:nvPr>
        </p:nvSpPr>
        <p:spPr>
          <a:xfrm>
            <a:off x="762000" y="30150"/>
            <a:ext cx="10570500" cy="118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Quattrocento Sans"/>
              <a:buNone/>
            </a:pPr>
            <a:r>
              <a:rPr lang="en-US"/>
              <a:t>Window Function : Rank, Dense_rank, Row_number.</a:t>
            </a:r>
            <a:endParaRPr/>
          </a:p>
        </p:txBody>
      </p:sp>
      <p:sp>
        <p:nvSpPr>
          <p:cNvPr id="455" name="Google Shape;455;g283a0ad4a90_0_455"/>
          <p:cNvSpPr txBox="1"/>
          <p:nvPr/>
        </p:nvSpPr>
        <p:spPr>
          <a:xfrm>
            <a:off x="762000" y="1185450"/>
            <a:ext cx="8875800" cy="49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900">
                <a:latin typeface="Quattrocento Sans"/>
                <a:ea typeface="Quattrocento Sans"/>
                <a:cs typeface="Quattrocento Sans"/>
                <a:sym typeface="Quattrocento Sans"/>
              </a:rPr>
              <a:t>CREATE TABLE Employees (emp_id INT, emp_name VARCHAR, address VARCHAR, dept_id INT, dept_name VARCHAR, salary INT);</a:t>
            </a:r>
            <a:endParaRPr b="1" sz="1900">
              <a:latin typeface="Quattrocento Sans"/>
              <a:ea typeface="Quattrocento Sans"/>
              <a:cs typeface="Quattrocento Sans"/>
              <a:sym typeface="Quattrocento Sans"/>
            </a:endParaRPr>
          </a:p>
          <a:p>
            <a:pPr indent="0" lvl="0" marL="0" rtl="0" algn="l">
              <a:spcBef>
                <a:spcPts val="0"/>
              </a:spcBef>
              <a:spcAft>
                <a:spcPts val="0"/>
              </a:spcAft>
              <a:buNone/>
            </a:pPr>
            <a:r>
              <a:t/>
            </a:r>
            <a:endParaRPr b="1" sz="1900">
              <a:latin typeface="Quattrocento Sans"/>
              <a:ea typeface="Quattrocento Sans"/>
              <a:cs typeface="Quattrocento Sans"/>
              <a:sym typeface="Quattrocento Sans"/>
            </a:endParaRPr>
          </a:p>
          <a:p>
            <a:pPr indent="0" lvl="0" marL="0" rtl="0" algn="l">
              <a:spcBef>
                <a:spcPts val="0"/>
              </a:spcBef>
              <a:spcAft>
                <a:spcPts val="0"/>
              </a:spcAft>
              <a:buNone/>
            </a:pPr>
            <a:r>
              <a:rPr b="1" lang="en-US" sz="1900">
                <a:latin typeface="Quattrocento Sans"/>
                <a:ea typeface="Quattrocento Sans"/>
                <a:cs typeface="Quattrocento Sans"/>
                <a:sym typeface="Quattrocento Sans"/>
              </a:rPr>
              <a:t>INSERT INTO Employees (emp_id, emp_name, address, dept_id, dept_name, salary) VALUES</a:t>
            </a:r>
            <a:endParaRPr b="1" sz="1900">
              <a:latin typeface="Quattrocento Sans"/>
              <a:ea typeface="Quattrocento Sans"/>
              <a:cs typeface="Quattrocento Sans"/>
              <a:sym typeface="Quattrocento Sans"/>
            </a:endParaRPr>
          </a:p>
          <a:p>
            <a:pPr indent="0" lvl="0" marL="0" rtl="0" algn="l">
              <a:spcBef>
                <a:spcPts val="0"/>
              </a:spcBef>
              <a:spcAft>
                <a:spcPts val="0"/>
              </a:spcAft>
              <a:buNone/>
            </a:pPr>
            <a:r>
              <a:rPr b="1" lang="en-US" sz="1900">
                <a:latin typeface="Quattrocento Sans"/>
                <a:ea typeface="Quattrocento Sans"/>
                <a:cs typeface="Quattrocento Sans"/>
                <a:sym typeface="Quattrocento Sans"/>
              </a:rPr>
              <a:t>(101, 'P1', 'A1', 1, 'D1', 1000),</a:t>
            </a:r>
            <a:endParaRPr b="1" sz="1900">
              <a:latin typeface="Quattrocento Sans"/>
              <a:ea typeface="Quattrocento Sans"/>
              <a:cs typeface="Quattrocento Sans"/>
              <a:sym typeface="Quattrocento Sans"/>
            </a:endParaRPr>
          </a:p>
          <a:p>
            <a:pPr indent="0" lvl="0" marL="0" rtl="0" algn="l">
              <a:spcBef>
                <a:spcPts val="0"/>
              </a:spcBef>
              <a:spcAft>
                <a:spcPts val="0"/>
              </a:spcAft>
              <a:buNone/>
            </a:pPr>
            <a:r>
              <a:rPr b="1" lang="en-US" sz="1900">
                <a:latin typeface="Quattrocento Sans"/>
                <a:ea typeface="Quattrocento Sans"/>
                <a:cs typeface="Quattrocento Sans"/>
                <a:sym typeface="Quattrocento Sans"/>
              </a:rPr>
              <a:t>(102, 'P2', 'A2', 2, 'D2', 10000),</a:t>
            </a:r>
            <a:endParaRPr b="1" sz="1900">
              <a:latin typeface="Quattrocento Sans"/>
              <a:ea typeface="Quattrocento Sans"/>
              <a:cs typeface="Quattrocento Sans"/>
              <a:sym typeface="Quattrocento Sans"/>
            </a:endParaRPr>
          </a:p>
          <a:p>
            <a:pPr indent="0" lvl="0" marL="0" rtl="0" algn="l">
              <a:spcBef>
                <a:spcPts val="0"/>
              </a:spcBef>
              <a:spcAft>
                <a:spcPts val="0"/>
              </a:spcAft>
              <a:buNone/>
            </a:pPr>
            <a:r>
              <a:rPr b="1" lang="en-US" sz="1900">
                <a:latin typeface="Quattrocento Sans"/>
                <a:ea typeface="Quattrocento Sans"/>
                <a:cs typeface="Quattrocento Sans"/>
                <a:sym typeface="Quattrocento Sans"/>
              </a:rPr>
              <a:t>(103, 'P3', 'A3', 3, 'D3', 12000),</a:t>
            </a:r>
            <a:endParaRPr b="1" sz="1900">
              <a:latin typeface="Quattrocento Sans"/>
              <a:ea typeface="Quattrocento Sans"/>
              <a:cs typeface="Quattrocento Sans"/>
              <a:sym typeface="Quattrocento Sans"/>
            </a:endParaRPr>
          </a:p>
          <a:p>
            <a:pPr indent="0" lvl="0" marL="0" rtl="0" algn="l">
              <a:spcBef>
                <a:spcPts val="0"/>
              </a:spcBef>
              <a:spcAft>
                <a:spcPts val="0"/>
              </a:spcAft>
              <a:buNone/>
            </a:pPr>
            <a:r>
              <a:rPr b="1" lang="en-US" sz="1900">
                <a:latin typeface="Quattrocento Sans"/>
                <a:ea typeface="Quattrocento Sans"/>
                <a:cs typeface="Quattrocento Sans"/>
                <a:sym typeface="Quattrocento Sans"/>
              </a:rPr>
              <a:t>(104, 'P4', 'A4', 2, 'D2', 11000),</a:t>
            </a:r>
            <a:endParaRPr b="1" sz="1900">
              <a:latin typeface="Quattrocento Sans"/>
              <a:ea typeface="Quattrocento Sans"/>
              <a:cs typeface="Quattrocento Sans"/>
              <a:sym typeface="Quattrocento Sans"/>
            </a:endParaRPr>
          </a:p>
          <a:p>
            <a:pPr indent="0" lvl="0" marL="0" rtl="0" algn="l">
              <a:spcBef>
                <a:spcPts val="0"/>
              </a:spcBef>
              <a:spcAft>
                <a:spcPts val="0"/>
              </a:spcAft>
              <a:buNone/>
            </a:pPr>
            <a:r>
              <a:rPr b="1" lang="en-US" sz="1900">
                <a:latin typeface="Quattrocento Sans"/>
                <a:ea typeface="Quattrocento Sans"/>
                <a:cs typeface="Quattrocento Sans"/>
                <a:sym typeface="Quattrocento Sans"/>
              </a:rPr>
              <a:t>(105, 'P5', 'A5', 1, 'D1', 1200),</a:t>
            </a:r>
            <a:endParaRPr b="1" sz="1900">
              <a:latin typeface="Quattrocento Sans"/>
              <a:ea typeface="Quattrocento Sans"/>
              <a:cs typeface="Quattrocento Sans"/>
              <a:sym typeface="Quattrocento Sans"/>
            </a:endParaRPr>
          </a:p>
          <a:p>
            <a:pPr indent="0" lvl="0" marL="0" rtl="0" algn="l">
              <a:spcBef>
                <a:spcPts val="0"/>
              </a:spcBef>
              <a:spcAft>
                <a:spcPts val="0"/>
              </a:spcAft>
              <a:buNone/>
            </a:pPr>
            <a:r>
              <a:rPr b="1" lang="en-US" sz="1900">
                <a:latin typeface="Quattrocento Sans"/>
                <a:ea typeface="Quattrocento Sans"/>
                <a:cs typeface="Quattrocento Sans"/>
                <a:sym typeface="Quattrocento Sans"/>
              </a:rPr>
              <a:t>(106, 'P6', 'A6', 3, 'D3', 1300),</a:t>
            </a:r>
            <a:endParaRPr b="1" sz="1900">
              <a:latin typeface="Quattrocento Sans"/>
              <a:ea typeface="Quattrocento Sans"/>
              <a:cs typeface="Quattrocento Sans"/>
              <a:sym typeface="Quattrocento Sans"/>
            </a:endParaRPr>
          </a:p>
          <a:p>
            <a:pPr indent="0" lvl="0" marL="0" rtl="0" algn="l">
              <a:spcBef>
                <a:spcPts val="0"/>
              </a:spcBef>
              <a:spcAft>
                <a:spcPts val="0"/>
              </a:spcAft>
              <a:buNone/>
            </a:pPr>
            <a:r>
              <a:rPr b="1" lang="en-US" sz="1900">
                <a:latin typeface="Quattrocento Sans"/>
                <a:ea typeface="Quattrocento Sans"/>
                <a:cs typeface="Quattrocento Sans"/>
                <a:sym typeface="Quattrocento Sans"/>
              </a:rPr>
              <a:t>(107, 'P7', 'A7', 2, 'D2', 1400),</a:t>
            </a:r>
            <a:endParaRPr b="1" sz="1900">
              <a:latin typeface="Quattrocento Sans"/>
              <a:ea typeface="Quattrocento Sans"/>
              <a:cs typeface="Quattrocento Sans"/>
              <a:sym typeface="Quattrocento Sans"/>
            </a:endParaRPr>
          </a:p>
          <a:p>
            <a:pPr indent="0" lvl="0" marL="0" rtl="0" algn="l">
              <a:spcBef>
                <a:spcPts val="0"/>
              </a:spcBef>
              <a:spcAft>
                <a:spcPts val="0"/>
              </a:spcAft>
              <a:buNone/>
            </a:pPr>
            <a:r>
              <a:rPr b="1" lang="en-US" sz="1900">
                <a:latin typeface="Quattrocento Sans"/>
                <a:ea typeface="Quattrocento Sans"/>
                <a:cs typeface="Quattrocento Sans"/>
                <a:sym typeface="Quattrocento Sans"/>
              </a:rPr>
              <a:t>(108, 'P8', 'A8', 4, 'D4', 12100),</a:t>
            </a:r>
            <a:endParaRPr b="1" sz="1900">
              <a:latin typeface="Quattrocento Sans"/>
              <a:ea typeface="Quattrocento Sans"/>
              <a:cs typeface="Quattrocento Sans"/>
              <a:sym typeface="Quattrocento Sans"/>
            </a:endParaRPr>
          </a:p>
          <a:p>
            <a:pPr indent="0" lvl="0" marL="0" rtl="0" algn="l">
              <a:spcBef>
                <a:spcPts val="0"/>
              </a:spcBef>
              <a:spcAft>
                <a:spcPts val="0"/>
              </a:spcAft>
              <a:buNone/>
            </a:pPr>
            <a:r>
              <a:rPr b="1" lang="en-US" sz="1900">
                <a:latin typeface="Quattrocento Sans"/>
                <a:ea typeface="Quattrocento Sans"/>
                <a:cs typeface="Quattrocento Sans"/>
                <a:sym typeface="Quattrocento Sans"/>
              </a:rPr>
              <a:t>(109, 'P9', 'A9', 3, 'D4', 10030),</a:t>
            </a:r>
            <a:endParaRPr b="1" sz="1900">
              <a:latin typeface="Quattrocento Sans"/>
              <a:ea typeface="Quattrocento Sans"/>
              <a:cs typeface="Quattrocento Sans"/>
              <a:sym typeface="Quattrocento Sans"/>
            </a:endParaRPr>
          </a:p>
          <a:p>
            <a:pPr indent="0" lvl="0" marL="0" rtl="0" algn="l">
              <a:spcBef>
                <a:spcPts val="0"/>
              </a:spcBef>
              <a:spcAft>
                <a:spcPts val="0"/>
              </a:spcAft>
              <a:buNone/>
            </a:pPr>
            <a:r>
              <a:rPr b="1" lang="en-US" sz="1900">
                <a:latin typeface="Quattrocento Sans"/>
                <a:ea typeface="Quattrocento Sans"/>
                <a:cs typeface="Quattrocento Sans"/>
                <a:sym typeface="Quattrocento Sans"/>
              </a:rPr>
              <a:t>(110, 'P10', 'A10', 2, 'D2', 10200),</a:t>
            </a:r>
            <a:endParaRPr b="1" sz="1900">
              <a:latin typeface="Quattrocento Sans"/>
              <a:ea typeface="Quattrocento Sans"/>
              <a:cs typeface="Quattrocento Sans"/>
              <a:sym typeface="Quattrocento Sans"/>
            </a:endParaRPr>
          </a:p>
          <a:p>
            <a:pPr indent="0" lvl="0" marL="0" rtl="0" algn="l">
              <a:spcBef>
                <a:spcPts val="0"/>
              </a:spcBef>
              <a:spcAft>
                <a:spcPts val="0"/>
              </a:spcAft>
              <a:buNone/>
            </a:pPr>
            <a:r>
              <a:rPr b="1" lang="en-US" sz="1900">
                <a:latin typeface="Quattrocento Sans"/>
                <a:ea typeface="Quattrocento Sans"/>
                <a:cs typeface="Quattrocento Sans"/>
                <a:sym typeface="Quattrocento Sans"/>
              </a:rPr>
              <a:t>(111, 'P11', 'A11', 1, 'D1', 10200),</a:t>
            </a:r>
            <a:endParaRPr b="1" sz="1900">
              <a:latin typeface="Quattrocento Sans"/>
              <a:ea typeface="Quattrocento Sans"/>
              <a:cs typeface="Quattrocento Sans"/>
              <a:sym typeface="Quattrocento Sans"/>
            </a:endParaRPr>
          </a:p>
          <a:p>
            <a:pPr indent="0" lvl="0" marL="0" rtl="0" algn="l">
              <a:spcBef>
                <a:spcPts val="0"/>
              </a:spcBef>
              <a:spcAft>
                <a:spcPts val="0"/>
              </a:spcAft>
              <a:buNone/>
            </a:pPr>
            <a:r>
              <a:rPr b="1" lang="en-US" sz="1900">
                <a:latin typeface="Quattrocento Sans"/>
                <a:ea typeface="Quattrocento Sans"/>
                <a:cs typeface="Quattrocento Sans"/>
                <a:sym typeface="Quattrocento Sans"/>
              </a:rPr>
              <a:t>(112, 'P12', 'A12', 3, 'D3', 10040),</a:t>
            </a:r>
            <a:endParaRPr b="1" sz="1900">
              <a:latin typeface="Quattrocento Sans"/>
              <a:ea typeface="Quattrocento Sans"/>
              <a:cs typeface="Quattrocento Sans"/>
              <a:sym typeface="Quattrocento Sans"/>
            </a:endParaRPr>
          </a:p>
          <a:p>
            <a:pPr indent="0" lvl="0" marL="0" rtl="0" algn="l">
              <a:spcBef>
                <a:spcPts val="0"/>
              </a:spcBef>
              <a:spcAft>
                <a:spcPts val="0"/>
              </a:spcAft>
              <a:buNone/>
            </a:pPr>
            <a:r>
              <a:rPr b="1" lang="en-US" sz="1900">
                <a:latin typeface="Quattrocento Sans"/>
                <a:ea typeface="Quattrocento Sans"/>
                <a:cs typeface="Quattrocento Sans"/>
                <a:sym typeface="Quattrocento Sans"/>
              </a:rPr>
              <a:t>(113, 'P13', 'A13', 2, 'D2', 10200),</a:t>
            </a:r>
            <a:endParaRPr b="1" sz="1900">
              <a:latin typeface="Quattrocento Sans"/>
              <a:ea typeface="Quattrocento Sans"/>
              <a:cs typeface="Quattrocento Sans"/>
              <a:sym typeface="Quattrocento Sans"/>
            </a:endParaRPr>
          </a:p>
          <a:p>
            <a:pPr indent="0" lvl="0" marL="0" rtl="0" algn="l">
              <a:spcBef>
                <a:spcPts val="0"/>
              </a:spcBef>
              <a:spcAft>
                <a:spcPts val="0"/>
              </a:spcAft>
              <a:buNone/>
            </a:pPr>
            <a:r>
              <a:rPr b="1" lang="en-US" sz="1900">
                <a:latin typeface="Quattrocento Sans"/>
                <a:ea typeface="Quattrocento Sans"/>
                <a:cs typeface="Quattrocento Sans"/>
                <a:sym typeface="Quattrocento Sans"/>
              </a:rPr>
              <a:t>(114, 'P14', 'A14', 3, 'D3', 10040);</a:t>
            </a:r>
            <a:endParaRPr b="1" sz="1900">
              <a:latin typeface="Quattrocento Sans"/>
              <a:ea typeface="Quattrocento Sans"/>
              <a:cs typeface="Quattrocento Sans"/>
              <a:sym typeface="Quattrocento Sans"/>
            </a:endParaRPr>
          </a:p>
          <a:p>
            <a:pPr indent="0" lvl="0" marL="0" rtl="0" algn="l">
              <a:spcBef>
                <a:spcPts val="0"/>
              </a:spcBef>
              <a:spcAft>
                <a:spcPts val="0"/>
              </a:spcAft>
              <a:buNone/>
            </a:pPr>
            <a:r>
              <a:t/>
            </a:r>
            <a:endParaRPr b="1" sz="1900">
              <a:latin typeface="Quattrocento Sans"/>
              <a:ea typeface="Quattrocento Sans"/>
              <a:cs typeface="Quattrocento Sans"/>
              <a:sym typeface="Quattrocento Sans"/>
            </a:endParaRPr>
          </a:p>
          <a:p>
            <a:pPr indent="0" lvl="0" marL="0" rtl="0" algn="l">
              <a:spcBef>
                <a:spcPts val="0"/>
              </a:spcBef>
              <a:spcAft>
                <a:spcPts val="0"/>
              </a:spcAft>
              <a:buNone/>
            </a:pPr>
            <a:r>
              <a:t/>
            </a:r>
            <a:endParaRPr b="1" sz="1900">
              <a:latin typeface="Quattrocento Sans"/>
              <a:ea typeface="Quattrocento Sans"/>
              <a:cs typeface="Quattrocento Sans"/>
              <a:sym typeface="Quattrocento Sans"/>
            </a:endParaRPr>
          </a:p>
          <a:p>
            <a:pPr indent="0" lvl="0" marL="0" rtl="0" algn="l">
              <a:spcBef>
                <a:spcPts val="0"/>
              </a:spcBef>
              <a:spcAft>
                <a:spcPts val="0"/>
              </a:spcAft>
              <a:buNone/>
            </a:pPr>
            <a:r>
              <a:t/>
            </a:r>
            <a:endParaRPr b="1" sz="1900">
              <a:latin typeface="Quattrocento Sans"/>
              <a:ea typeface="Quattrocento Sans"/>
              <a:cs typeface="Quattrocento Sans"/>
              <a:sym typeface="Quattrocento Sans"/>
            </a:endParaRPr>
          </a:p>
          <a:p>
            <a:pPr indent="0" lvl="0" marL="0" rtl="0" algn="l">
              <a:spcBef>
                <a:spcPts val="0"/>
              </a:spcBef>
              <a:spcAft>
                <a:spcPts val="0"/>
              </a:spcAft>
              <a:buNone/>
            </a:pPr>
            <a:r>
              <a:t/>
            </a:r>
            <a:endParaRPr b="1" sz="1900">
              <a:latin typeface="Quattrocento Sans"/>
              <a:ea typeface="Quattrocento Sans"/>
              <a:cs typeface="Quattrocento Sans"/>
              <a:sym typeface="Quattrocento Sans"/>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g283a0ad4a90_0_464"/>
          <p:cNvSpPr txBox="1"/>
          <p:nvPr>
            <p:ph type="title"/>
          </p:nvPr>
        </p:nvSpPr>
        <p:spPr>
          <a:xfrm>
            <a:off x="762000" y="106350"/>
            <a:ext cx="10570500" cy="118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Quattrocento Sans"/>
              <a:buNone/>
            </a:pPr>
            <a:r>
              <a:rPr lang="en-US"/>
              <a:t>Window Function : Rank, Dense_rank, Row_number contd…</a:t>
            </a:r>
            <a:endParaRPr/>
          </a:p>
        </p:txBody>
      </p:sp>
      <p:sp>
        <p:nvSpPr>
          <p:cNvPr id="461" name="Google Shape;461;g283a0ad4a90_0_464"/>
          <p:cNvSpPr txBox="1"/>
          <p:nvPr/>
        </p:nvSpPr>
        <p:spPr>
          <a:xfrm>
            <a:off x="762000" y="1566450"/>
            <a:ext cx="8875800" cy="49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900">
                <a:latin typeface="Quattrocento Sans"/>
                <a:ea typeface="Quattrocento Sans"/>
                <a:cs typeface="Quattrocento Sans"/>
                <a:sym typeface="Quattrocento Sans"/>
              </a:rPr>
              <a:t>SELECT *</a:t>
            </a:r>
            <a:endParaRPr b="1" sz="1900">
              <a:latin typeface="Quattrocento Sans"/>
              <a:ea typeface="Quattrocento Sans"/>
              <a:cs typeface="Quattrocento Sans"/>
              <a:sym typeface="Quattrocento Sans"/>
            </a:endParaRPr>
          </a:p>
          <a:p>
            <a:pPr indent="0" lvl="0" marL="0" rtl="0" algn="l">
              <a:spcBef>
                <a:spcPts val="0"/>
              </a:spcBef>
              <a:spcAft>
                <a:spcPts val="0"/>
              </a:spcAft>
              <a:buNone/>
            </a:pPr>
            <a:r>
              <a:rPr b="1" lang="en-US" sz="1900">
                <a:latin typeface="Quattrocento Sans"/>
                <a:ea typeface="Quattrocento Sans"/>
                <a:cs typeface="Quattrocento Sans"/>
                <a:sym typeface="Quattrocento Sans"/>
              </a:rPr>
              <a:t>, rank() over(partition by dept_id order by salary desc) as ‘RANK’,</a:t>
            </a:r>
            <a:endParaRPr b="1" sz="1900">
              <a:latin typeface="Quattrocento Sans"/>
              <a:ea typeface="Quattrocento Sans"/>
              <a:cs typeface="Quattrocento Sans"/>
              <a:sym typeface="Quattrocento Sans"/>
            </a:endParaRPr>
          </a:p>
          <a:p>
            <a:pPr indent="0" lvl="0" marL="0" rtl="0" algn="l">
              <a:spcBef>
                <a:spcPts val="0"/>
              </a:spcBef>
              <a:spcAft>
                <a:spcPts val="0"/>
              </a:spcAft>
              <a:buNone/>
            </a:pPr>
            <a:r>
              <a:rPr b="1" lang="en-US" sz="1900">
                <a:latin typeface="Quattrocento Sans"/>
                <a:ea typeface="Quattrocento Sans"/>
                <a:cs typeface="Quattrocento Sans"/>
                <a:sym typeface="Quattrocento Sans"/>
              </a:rPr>
              <a:t>DENSE_rank() over(partition by dept_id order by salary desc) as ‘DENSE_RANK’,</a:t>
            </a:r>
            <a:endParaRPr b="1" sz="1900">
              <a:latin typeface="Quattrocento Sans"/>
              <a:ea typeface="Quattrocento Sans"/>
              <a:cs typeface="Quattrocento Sans"/>
              <a:sym typeface="Quattrocento Sans"/>
            </a:endParaRPr>
          </a:p>
          <a:p>
            <a:pPr indent="0" lvl="0" marL="0" rtl="0" algn="l">
              <a:spcBef>
                <a:spcPts val="0"/>
              </a:spcBef>
              <a:spcAft>
                <a:spcPts val="0"/>
              </a:spcAft>
              <a:buNone/>
            </a:pPr>
            <a:r>
              <a:rPr b="1" lang="en-US" sz="1900">
                <a:latin typeface="Quattrocento Sans"/>
                <a:ea typeface="Quattrocento Sans"/>
                <a:cs typeface="Quattrocento Sans"/>
                <a:sym typeface="Quattrocento Sans"/>
              </a:rPr>
              <a:t>ROW_NUMBER() over(partition by dept_id order by salary desc) as ROW_NUMBER</a:t>
            </a:r>
            <a:endParaRPr b="1" sz="1900">
              <a:latin typeface="Quattrocento Sans"/>
              <a:ea typeface="Quattrocento Sans"/>
              <a:cs typeface="Quattrocento Sans"/>
              <a:sym typeface="Quattrocento Sans"/>
            </a:endParaRPr>
          </a:p>
          <a:p>
            <a:pPr indent="0" lvl="0" marL="0" rtl="0" algn="l">
              <a:spcBef>
                <a:spcPts val="0"/>
              </a:spcBef>
              <a:spcAft>
                <a:spcPts val="0"/>
              </a:spcAft>
              <a:buNone/>
            </a:pPr>
            <a:r>
              <a:rPr b="1" lang="en-US" sz="1900">
                <a:latin typeface="Quattrocento Sans"/>
                <a:ea typeface="Quattrocento Sans"/>
                <a:cs typeface="Quattrocento Sans"/>
                <a:sym typeface="Quattrocento Sans"/>
              </a:rPr>
              <a:t>from Employees;</a:t>
            </a:r>
            <a:endParaRPr b="1" sz="1900">
              <a:latin typeface="Quattrocento Sans"/>
              <a:ea typeface="Quattrocento Sans"/>
              <a:cs typeface="Quattrocento Sans"/>
              <a:sym typeface="Quattrocento Sans"/>
            </a:endParaRPr>
          </a:p>
          <a:p>
            <a:pPr indent="0" lvl="0" marL="0" rtl="0" algn="l">
              <a:spcBef>
                <a:spcPts val="0"/>
              </a:spcBef>
              <a:spcAft>
                <a:spcPts val="0"/>
              </a:spcAft>
              <a:buNone/>
            </a:pPr>
            <a:r>
              <a:t/>
            </a:r>
            <a:endParaRPr b="1" sz="19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t/>
            </a:r>
            <a:endParaRPr b="1" sz="1900">
              <a:solidFill>
                <a:schemeClr val="dk1"/>
              </a:solidFill>
              <a:latin typeface="Quattrocento Sans"/>
              <a:ea typeface="Quattrocento Sans"/>
              <a:cs typeface="Quattrocento Sans"/>
              <a:sym typeface="Quattrocento Sans"/>
            </a:endParaRPr>
          </a:p>
          <a:p>
            <a:pPr indent="0" lvl="0" marL="0" rtl="0" algn="l">
              <a:spcBef>
                <a:spcPts val="0"/>
              </a:spcBef>
              <a:spcAft>
                <a:spcPts val="0"/>
              </a:spcAft>
              <a:buNone/>
            </a:pPr>
            <a:r>
              <a:t/>
            </a:r>
            <a:endParaRPr b="1" sz="1900">
              <a:latin typeface="Quattrocento Sans"/>
              <a:ea typeface="Quattrocento Sans"/>
              <a:cs typeface="Quattrocento Sans"/>
              <a:sym typeface="Quattrocento Sans"/>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g283a0ad4a90_0_424"/>
          <p:cNvSpPr txBox="1"/>
          <p:nvPr>
            <p:ph type="title"/>
          </p:nvPr>
        </p:nvSpPr>
        <p:spPr>
          <a:xfrm>
            <a:off x="762000" y="715950"/>
            <a:ext cx="8693700" cy="118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Quattrocento Sans"/>
              <a:buNone/>
            </a:pPr>
            <a:r>
              <a:rPr lang="en-US"/>
              <a:t>Data Types in SQL </a:t>
            </a:r>
            <a:endParaRPr/>
          </a:p>
        </p:txBody>
      </p:sp>
      <p:graphicFrame>
        <p:nvGraphicFramePr>
          <p:cNvPr id="467" name="Google Shape;467;g283a0ad4a90_0_424"/>
          <p:cNvGraphicFramePr/>
          <p:nvPr/>
        </p:nvGraphicFramePr>
        <p:xfrm>
          <a:off x="952500" y="1905000"/>
          <a:ext cx="3000000" cy="3000000"/>
        </p:xfrm>
        <a:graphic>
          <a:graphicData uri="http://schemas.openxmlformats.org/drawingml/2006/table">
            <a:tbl>
              <a:tblPr>
                <a:noFill/>
                <a:tableStyleId>{86C3152C-73CA-4E43-9326-F6BD6996F63D}</a:tableStyleId>
              </a:tblPr>
              <a:tblGrid>
                <a:gridCol w="2885725"/>
                <a:gridCol w="7401275"/>
              </a:tblGrid>
              <a:tr h="381000">
                <a:tc>
                  <a:txBody>
                    <a:bodyPr/>
                    <a:lstStyle/>
                    <a:p>
                      <a:pPr indent="0" lvl="0" marL="0" rtl="0" algn="l">
                        <a:spcBef>
                          <a:spcPts val="0"/>
                        </a:spcBef>
                        <a:spcAft>
                          <a:spcPts val="0"/>
                        </a:spcAft>
                        <a:buNone/>
                      </a:pPr>
                      <a:r>
                        <a:rPr b="1" lang="en-US" sz="1600"/>
                        <a:t>Data Type</a:t>
                      </a:r>
                      <a:endParaRPr b="1" sz="1600"/>
                    </a:p>
                  </a:txBody>
                  <a:tcPr marT="91425" marB="91425" marR="91425" marL="91425"/>
                </a:tc>
                <a:tc>
                  <a:txBody>
                    <a:bodyPr/>
                    <a:lstStyle/>
                    <a:p>
                      <a:pPr indent="0" lvl="0" marL="0" rtl="0" algn="l">
                        <a:spcBef>
                          <a:spcPts val="0"/>
                        </a:spcBef>
                        <a:spcAft>
                          <a:spcPts val="0"/>
                        </a:spcAft>
                        <a:buNone/>
                      </a:pPr>
                      <a:r>
                        <a:rPr b="1" lang="en-US" sz="1600"/>
                        <a:t>Description</a:t>
                      </a:r>
                      <a:endParaRPr b="1" sz="1600"/>
                    </a:p>
                  </a:txBody>
                  <a:tcPr marT="91425" marB="91425" marR="91425" marL="91425"/>
                </a:tc>
              </a:tr>
              <a:tr h="381000">
                <a:tc>
                  <a:txBody>
                    <a:bodyPr/>
                    <a:lstStyle/>
                    <a:p>
                      <a:pPr indent="0" lvl="0" marL="0" rtl="0" algn="l">
                        <a:spcBef>
                          <a:spcPts val="0"/>
                        </a:spcBef>
                        <a:spcAft>
                          <a:spcPts val="0"/>
                        </a:spcAft>
                        <a:buNone/>
                      </a:pPr>
                      <a:r>
                        <a:rPr lang="en-US" sz="1800"/>
                        <a:t>varchar(n)</a:t>
                      </a:r>
                      <a:endParaRPr sz="1800"/>
                    </a:p>
                  </a:txBody>
                  <a:tcPr marT="91425" marB="91425" marR="91425" marL="91425"/>
                </a:tc>
                <a:tc>
                  <a:txBody>
                    <a:bodyPr/>
                    <a:lstStyle/>
                    <a:p>
                      <a:pPr indent="0" lvl="0" marL="0" rtl="0" algn="l">
                        <a:spcBef>
                          <a:spcPts val="0"/>
                        </a:spcBef>
                        <a:spcAft>
                          <a:spcPts val="0"/>
                        </a:spcAft>
                        <a:buNone/>
                      </a:pPr>
                      <a:r>
                        <a:rPr lang="en-US" sz="1800"/>
                        <a:t>Variable width character string</a:t>
                      </a:r>
                      <a:endParaRPr sz="1800"/>
                    </a:p>
                  </a:txBody>
                  <a:tcPr marT="91425" marB="91425" marR="91425" marL="91425"/>
                </a:tc>
              </a:tr>
              <a:tr h="381000">
                <a:tc>
                  <a:txBody>
                    <a:bodyPr/>
                    <a:lstStyle/>
                    <a:p>
                      <a:pPr indent="0" lvl="0" marL="0" rtl="0" algn="l">
                        <a:spcBef>
                          <a:spcPts val="0"/>
                        </a:spcBef>
                        <a:spcAft>
                          <a:spcPts val="0"/>
                        </a:spcAft>
                        <a:buNone/>
                      </a:pPr>
                      <a:r>
                        <a:rPr lang="en-US" sz="1800"/>
                        <a:t>int</a:t>
                      </a:r>
                      <a:endParaRPr sz="1800"/>
                    </a:p>
                  </a:txBody>
                  <a:tcPr marT="91425" marB="91425" marR="91425" marL="91425"/>
                </a:tc>
                <a:tc>
                  <a:txBody>
                    <a:bodyPr/>
                    <a:lstStyle/>
                    <a:p>
                      <a:pPr indent="0" lvl="0" marL="0" rtl="0" algn="l">
                        <a:spcBef>
                          <a:spcPts val="0"/>
                        </a:spcBef>
                        <a:spcAft>
                          <a:spcPts val="0"/>
                        </a:spcAft>
                        <a:buNone/>
                      </a:pPr>
                      <a:r>
                        <a:rPr lang="en-US" sz="1800"/>
                        <a:t>Allows whole numbers between -2,147,483,648 and 2,147,483,647</a:t>
                      </a:r>
                      <a:endParaRPr sz="1800"/>
                    </a:p>
                  </a:txBody>
                  <a:tcPr marT="91425" marB="91425" marR="91425" marL="91425"/>
                </a:tc>
              </a:tr>
              <a:tr h="381000">
                <a:tc>
                  <a:txBody>
                    <a:bodyPr/>
                    <a:lstStyle/>
                    <a:p>
                      <a:pPr indent="0" lvl="0" marL="0" rtl="0" algn="l">
                        <a:spcBef>
                          <a:spcPts val="0"/>
                        </a:spcBef>
                        <a:spcAft>
                          <a:spcPts val="0"/>
                        </a:spcAft>
                        <a:buNone/>
                      </a:pPr>
                      <a:r>
                        <a:rPr lang="en-US" sz="1800"/>
                        <a:t>float(n)</a:t>
                      </a:r>
                      <a:endParaRPr sz="1800"/>
                    </a:p>
                  </a:txBody>
                  <a:tcPr marT="91425" marB="91425" marR="91425" marL="91425"/>
                </a:tc>
                <a:tc>
                  <a:txBody>
                    <a:bodyPr/>
                    <a:lstStyle/>
                    <a:p>
                      <a:pPr indent="0" lvl="0" marL="0" rtl="0" algn="l">
                        <a:spcBef>
                          <a:spcPts val="0"/>
                        </a:spcBef>
                        <a:spcAft>
                          <a:spcPts val="0"/>
                        </a:spcAft>
                        <a:buNone/>
                      </a:pPr>
                      <a:r>
                        <a:rPr lang="en-US" sz="1800"/>
                        <a:t>Floating precision number data from -1.79E + 308 to 1.79E + 308.</a:t>
                      </a:r>
                      <a:endParaRPr sz="1800"/>
                    </a:p>
                    <a:p>
                      <a:pPr indent="0" lvl="0" marL="0" rtl="0" algn="l">
                        <a:spcBef>
                          <a:spcPts val="0"/>
                        </a:spcBef>
                        <a:spcAft>
                          <a:spcPts val="0"/>
                        </a:spcAft>
                        <a:buClr>
                          <a:schemeClr val="dk1"/>
                        </a:buClr>
                        <a:buSzPts val="1100"/>
                        <a:buFont typeface="Arial"/>
                        <a:buNone/>
                      </a:pPr>
                      <a:r>
                        <a:t/>
                      </a:r>
                      <a:endParaRPr sz="1800"/>
                    </a:p>
                    <a:p>
                      <a:pPr indent="0" lvl="0" marL="0" rtl="0" algn="l">
                        <a:spcBef>
                          <a:spcPts val="0"/>
                        </a:spcBef>
                        <a:spcAft>
                          <a:spcPts val="0"/>
                        </a:spcAft>
                        <a:buNone/>
                      </a:pPr>
                      <a:r>
                        <a:rPr lang="en-US" sz="1800"/>
                        <a:t>The n parameter indicates whether the field should hold 4 or 8 bytes. float(24) holds a 4-byte field and float(53) holds an 8-byte field. Default value of n is 53.</a:t>
                      </a:r>
                      <a:endParaRPr sz="1800"/>
                    </a:p>
                  </a:txBody>
                  <a:tcPr marT="91425" marB="91425" marR="91425" marL="91425"/>
                </a:tc>
              </a:tr>
              <a:tr h="381000">
                <a:tc>
                  <a:txBody>
                    <a:bodyPr/>
                    <a:lstStyle/>
                    <a:p>
                      <a:pPr indent="0" lvl="0" marL="0" rtl="0" algn="l">
                        <a:spcBef>
                          <a:spcPts val="0"/>
                        </a:spcBef>
                        <a:spcAft>
                          <a:spcPts val="0"/>
                        </a:spcAft>
                        <a:buNone/>
                      </a:pPr>
                      <a:r>
                        <a:rPr lang="en-US" sz="1800"/>
                        <a:t>datetime</a:t>
                      </a:r>
                      <a:endParaRPr sz="1800"/>
                    </a:p>
                  </a:txBody>
                  <a:tcPr marT="91425" marB="91425" marR="91425" marL="91425"/>
                </a:tc>
                <a:tc>
                  <a:txBody>
                    <a:bodyPr/>
                    <a:lstStyle/>
                    <a:p>
                      <a:pPr indent="0" lvl="0" marL="0" rtl="0" algn="l">
                        <a:spcBef>
                          <a:spcPts val="0"/>
                        </a:spcBef>
                        <a:spcAft>
                          <a:spcPts val="0"/>
                        </a:spcAft>
                        <a:buNone/>
                      </a:pPr>
                      <a:r>
                        <a:rPr lang="en-US" sz="1800"/>
                        <a:t>From January 1, 1753 to December 31, 9999 with an accuracy of 3.33 milliseconds	</a:t>
                      </a:r>
                      <a:endParaRPr sz="1800"/>
                    </a:p>
                  </a:txBody>
                  <a:tcPr marT="91425" marB="91425" marR="91425" marL="91425"/>
                </a:tc>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g283a0ad4a90_0_490"/>
          <p:cNvSpPr txBox="1"/>
          <p:nvPr>
            <p:ph type="title"/>
          </p:nvPr>
        </p:nvSpPr>
        <p:spPr>
          <a:xfrm>
            <a:off x="762000" y="106350"/>
            <a:ext cx="10570500" cy="118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Quattrocento Sans"/>
              <a:buNone/>
            </a:pPr>
            <a:r>
              <a:rPr lang="en-US"/>
              <a:t>Conditional Structures</a:t>
            </a:r>
            <a:endParaRPr/>
          </a:p>
        </p:txBody>
      </p:sp>
      <p:sp>
        <p:nvSpPr>
          <p:cNvPr id="473" name="Google Shape;473;g283a0ad4a90_0_490"/>
          <p:cNvSpPr txBox="1"/>
          <p:nvPr/>
        </p:nvSpPr>
        <p:spPr>
          <a:xfrm>
            <a:off x="1411125" y="1721675"/>
            <a:ext cx="5051400" cy="49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900">
                <a:latin typeface="Quattrocento Sans"/>
                <a:ea typeface="Quattrocento Sans"/>
                <a:cs typeface="Quattrocento Sans"/>
                <a:sym typeface="Quattrocento Sans"/>
              </a:rPr>
              <a:t>SELECT emp_id,emp_name,</a:t>
            </a:r>
            <a:endParaRPr b="1" sz="1900">
              <a:latin typeface="Quattrocento Sans"/>
              <a:ea typeface="Quattrocento Sans"/>
              <a:cs typeface="Quattrocento Sans"/>
              <a:sym typeface="Quattrocento Sans"/>
            </a:endParaRPr>
          </a:p>
          <a:p>
            <a:pPr indent="0" lvl="0" marL="0" rtl="0" algn="l">
              <a:spcBef>
                <a:spcPts val="0"/>
              </a:spcBef>
              <a:spcAft>
                <a:spcPts val="0"/>
              </a:spcAft>
              <a:buNone/>
            </a:pPr>
            <a:r>
              <a:rPr b="1" lang="en-US" sz="1900">
                <a:latin typeface="Quattrocento Sans"/>
                <a:ea typeface="Quattrocento Sans"/>
                <a:cs typeface="Quattrocento Sans"/>
                <a:sym typeface="Quattrocento Sans"/>
              </a:rPr>
              <a:t>CASE</a:t>
            </a:r>
            <a:endParaRPr b="1" sz="1900">
              <a:latin typeface="Quattrocento Sans"/>
              <a:ea typeface="Quattrocento Sans"/>
              <a:cs typeface="Quattrocento Sans"/>
              <a:sym typeface="Quattrocento Sans"/>
            </a:endParaRPr>
          </a:p>
          <a:p>
            <a:pPr indent="0" lvl="0" marL="0" rtl="0" algn="l">
              <a:spcBef>
                <a:spcPts val="0"/>
              </a:spcBef>
              <a:spcAft>
                <a:spcPts val="0"/>
              </a:spcAft>
              <a:buNone/>
            </a:pPr>
            <a:r>
              <a:rPr b="1" lang="en-US" sz="1900">
                <a:latin typeface="Quattrocento Sans"/>
                <a:ea typeface="Quattrocento Sans"/>
                <a:cs typeface="Quattrocento Sans"/>
                <a:sym typeface="Quattrocento Sans"/>
              </a:rPr>
              <a:t>	WHEN dept_id == 1 THEN "CSE"</a:t>
            </a:r>
            <a:endParaRPr b="1" sz="1900">
              <a:latin typeface="Quattrocento Sans"/>
              <a:ea typeface="Quattrocento Sans"/>
              <a:cs typeface="Quattrocento Sans"/>
              <a:sym typeface="Quattrocento Sans"/>
            </a:endParaRPr>
          </a:p>
          <a:p>
            <a:pPr indent="0" lvl="0" marL="0" rtl="0" algn="l">
              <a:spcBef>
                <a:spcPts val="0"/>
              </a:spcBef>
              <a:spcAft>
                <a:spcPts val="0"/>
              </a:spcAft>
              <a:buNone/>
            </a:pPr>
            <a:r>
              <a:rPr b="1" lang="en-US" sz="1900">
                <a:latin typeface="Quattrocento Sans"/>
                <a:ea typeface="Quattrocento Sans"/>
                <a:cs typeface="Quattrocento Sans"/>
                <a:sym typeface="Quattrocento Sans"/>
              </a:rPr>
              <a:t>    WHEN dept_id == 2 THEN "ECE"</a:t>
            </a:r>
            <a:endParaRPr b="1" sz="1900">
              <a:latin typeface="Quattrocento Sans"/>
              <a:ea typeface="Quattrocento Sans"/>
              <a:cs typeface="Quattrocento Sans"/>
              <a:sym typeface="Quattrocento Sans"/>
            </a:endParaRPr>
          </a:p>
          <a:p>
            <a:pPr indent="0" lvl="0" marL="0" rtl="0" algn="l">
              <a:spcBef>
                <a:spcPts val="0"/>
              </a:spcBef>
              <a:spcAft>
                <a:spcPts val="0"/>
              </a:spcAft>
              <a:buNone/>
            </a:pPr>
            <a:r>
              <a:rPr b="1" lang="en-US" sz="1900">
                <a:latin typeface="Quattrocento Sans"/>
                <a:ea typeface="Quattrocento Sans"/>
                <a:cs typeface="Quattrocento Sans"/>
                <a:sym typeface="Quattrocento Sans"/>
              </a:rPr>
              <a:t>    WHEN dept_id == 3 THEN "EE"</a:t>
            </a:r>
            <a:endParaRPr b="1" sz="1900">
              <a:latin typeface="Quattrocento Sans"/>
              <a:ea typeface="Quattrocento Sans"/>
              <a:cs typeface="Quattrocento Sans"/>
              <a:sym typeface="Quattrocento Sans"/>
            </a:endParaRPr>
          </a:p>
          <a:p>
            <a:pPr indent="0" lvl="0" marL="0" rtl="0" algn="l">
              <a:spcBef>
                <a:spcPts val="0"/>
              </a:spcBef>
              <a:spcAft>
                <a:spcPts val="0"/>
              </a:spcAft>
              <a:buNone/>
            </a:pPr>
            <a:r>
              <a:rPr b="1" lang="en-US" sz="1900">
                <a:latin typeface="Quattrocento Sans"/>
                <a:ea typeface="Quattrocento Sans"/>
                <a:cs typeface="Quattrocento Sans"/>
                <a:sym typeface="Quattrocento Sans"/>
              </a:rPr>
              <a:t>    ELSE "Do not know"</a:t>
            </a:r>
            <a:endParaRPr b="1" sz="1900">
              <a:latin typeface="Quattrocento Sans"/>
              <a:ea typeface="Quattrocento Sans"/>
              <a:cs typeface="Quattrocento Sans"/>
              <a:sym typeface="Quattrocento Sans"/>
            </a:endParaRPr>
          </a:p>
          <a:p>
            <a:pPr indent="0" lvl="0" marL="0" rtl="0" algn="l">
              <a:spcBef>
                <a:spcPts val="0"/>
              </a:spcBef>
              <a:spcAft>
                <a:spcPts val="0"/>
              </a:spcAft>
              <a:buNone/>
            </a:pPr>
            <a:r>
              <a:rPr b="1" lang="en-US" sz="1900">
                <a:latin typeface="Quattrocento Sans"/>
                <a:ea typeface="Quattrocento Sans"/>
                <a:cs typeface="Quattrocento Sans"/>
                <a:sym typeface="Quattrocento Sans"/>
              </a:rPr>
              <a:t>END AS dept_desc</a:t>
            </a:r>
            <a:endParaRPr b="1" sz="1900">
              <a:latin typeface="Quattrocento Sans"/>
              <a:ea typeface="Quattrocento Sans"/>
              <a:cs typeface="Quattrocento Sans"/>
              <a:sym typeface="Quattrocento Sans"/>
            </a:endParaRPr>
          </a:p>
          <a:p>
            <a:pPr indent="0" lvl="0" marL="0" rtl="0" algn="l">
              <a:spcBef>
                <a:spcPts val="0"/>
              </a:spcBef>
              <a:spcAft>
                <a:spcPts val="0"/>
              </a:spcAft>
              <a:buNone/>
            </a:pPr>
            <a:r>
              <a:rPr b="1" lang="en-US" sz="1900">
                <a:latin typeface="Quattrocento Sans"/>
                <a:ea typeface="Quattrocento Sans"/>
                <a:cs typeface="Quattrocento Sans"/>
                <a:sym typeface="Quattrocento Sans"/>
              </a:rPr>
              <a:t>from Employees;</a:t>
            </a:r>
            <a:endParaRPr b="1" sz="1900">
              <a:latin typeface="Quattrocento Sans"/>
              <a:ea typeface="Quattrocento Sans"/>
              <a:cs typeface="Quattrocento Sans"/>
              <a:sym typeface="Quattrocento Sans"/>
            </a:endParaRPr>
          </a:p>
          <a:p>
            <a:pPr indent="0" lvl="0" marL="0" rtl="0" algn="l">
              <a:spcBef>
                <a:spcPts val="0"/>
              </a:spcBef>
              <a:spcAft>
                <a:spcPts val="0"/>
              </a:spcAft>
              <a:buNone/>
            </a:pPr>
            <a:r>
              <a:t/>
            </a:r>
            <a:endParaRPr b="1" sz="1900">
              <a:latin typeface="Quattrocento Sans"/>
              <a:ea typeface="Quattrocento Sans"/>
              <a:cs typeface="Quattrocento Sans"/>
              <a:sym typeface="Quattrocento Sans"/>
            </a:endParaRPr>
          </a:p>
          <a:p>
            <a:pPr indent="0" lvl="0" marL="0" rtl="0" algn="l">
              <a:spcBef>
                <a:spcPts val="0"/>
              </a:spcBef>
              <a:spcAft>
                <a:spcPts val="0"/>
              </a:spcAft>
              <a:buNone/>
            </a:pPr>
            <a:r>
              <a:t/>
            </a:r>
            <a:endParaRPr b="1" sz="1900">
              <a:latin typeface="Quattrocento Sans"/>
              <a:ea typeface="Quattrocento Sans"/>
              <a:cs typeface="Quattrocento Sans"/>
              <a:sym typeface="Quattrocento Sans"/>
            </a:endParaRPr>
          </a:p>
          <a:p>
            <a:pPr indent="0" lvl="0" marL="0" rtl="0" algn="l">
              <a:spcBef>
                <a:spcPts val="0"/>
              </a:spcBef>
              <a:spcAft>
                <a:spcPts val="0"/>
              </a:spcAft>
              <a:buNone/>
            </a:pPr>
            <a:r>
              <a:t/>
            </a:r>
            <a:endParaRPr b="1" sz="1900">
              <a:solidFill>
                <a:schemeClr val="dk1"/>
              </a:solidFill>
              <a:latin typeface="Quattrocento Sans"/>
              <a:ea typeface="Quattrocento Sans"/>
              <a:cs typeface="Quattrocento Sans"/>
              <a:sym typeface="Quattrocento Sans"/>
            </a:endParaRPr>
          </a:p>
          <a:p>
            <a:pPr indent="0" lvl="0" marL="0" rtl="0" algn="l">
              <a:spcBef>
                <a:spcPts val="0"/>
              </a:spcBef>
              <a:spcAft>
                <a:spcPts val="0"/>
              </a:spcAft>
              <a:buNone/>
            </a:pPr>
            <a:r>
              <a:t/>
            </a:r>
            <a:endParaRPr b="1" sz="1900">
              <a:latin typeface="Quattrocento Sans"/>
              <a:ea typeface="Quattrocento Sans"/>
              <a:cs typeface="Quattrocento Sans"/>
              <a:sym typeface="Quattrocento Sans"/>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g283a0ad4a90_0_501"/>
          <p:cNvSpPr txBox="1"/>
          <p:nvPr>
            <p:ph type="title"/>
          </p:nvPr>
        </p:nvSpPr>
        <p:spPr>
          <a:xfrm>
            <a:off x="762000" y="106350"/>
            <a:ext cx="10570500" cy="118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Quattrocento Sans"/>
              <a:buNone/>
            </a:pPr>
            <a:r>
              <a:rPr lang="en-US"/>
              <a:t>GOTO</a:t>
            </a:r>
            <a:endParaRPr/>
          </a:p>
        </p:txBody>
      </p:sp>
      <p:sp>
        <p:nvSpPr>
          <p:cNvPr id="479" name="Google Shape;479;g283a0ad4a90_0_501"/>
          <p:cNvSpPr txBox="1"/>
          <p:nvPr/>
        </p:nvSpPr>
        <p:spPr>
          <a:xfrm>
            <a:off x="1411125" y="1185450"/>
            <a:ext cx="8270400" cy="49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1900">
                <a:latin typeface="Quattrocento Sans"/>
                <a:ea typeface="Quattrocento Sans"/>
                <a:cs typeface="Quattrocento Sans"/>
                <a:sym typeface="Quattrocento Sans"/>
              </a:rPr>
              <a:t>DECLARE @Counter int;  </a:t>
            </a:r>
            <a:endParaRPr b="1" sz="19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1900">
                <a:latin typeface="Quattrocento Sans"/>
                <a:ea typeface="Quattrocento Sans"/>
                <a:cs typeface="Quattrocento Sans"/>
                <a:sym typeface="Quattrocento Sans"/>
              </a:rPr>
              <a:t>SET @Counter = 1;  </a:t>
            </a:r>
            <a:endParaRPr b="1" sz="19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1900">
                <a:latin typeface="Quattrocento Sans"/>
                <a:ea typeface="Quattrocento Sans"/>
                <a:cs typeface="Quattrocento Sans"/>
                <a:sym typeface="Quattrocento Sans"/>
              </a:rPr>
              <a:t>WHILE @Counter &lt; 10  </a:t>
            </a:r>
            <a:endParaRPr b="1" sz="19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1900">
                <a:latin typeface="Quattrocento Sans"/>
                <a:ea typeface="Quattrocento Sans"/>
                <a:cs typeface="Quattrocento Sans"/>
                <a:sym typeface="Quattrocento Sans"/>
              </a:rPr>
              <a:t>BEGIN   </a:t>
            </a:r>
            <a:endParaRPr b="1" sz="19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1900">
                <a:latin typeface="Quattrocento Sans"/>
                <a:ea typeface="Quattrocento Sans"/>
                <a:cs typeface="Quattrocento Sans"/>
                <a:sym typeface="Quattrocento Sans"/>
              </a:rPr>
              <a:t>    SELECT @Counter  </a:t>
            </a:r>
            <a:endParaRPr b="1" sz="19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1900">
                <a:latin typeface="Quattrocento Sans"/>
                <a:ea typeface="Quattrocento Sans"/>
                <a:cs typeface="Quattrocento Sans"/>
                <a:sym typeface="Quattrocento Sans"/>
              </a:rPr>
              <a:t>    SET @Counter = @Counter + 1  </a:t>
            </a:r>
            <a:endParaRPr b="1" sz="19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1900">
                <a:latin typeface="Quattrocento Sans"/>
                <a:ea typeface="Quattrocento Sans"/>
                <a:cs typeface="Quattrocento Sans"/>
                <a:sym typeface="Quattrocento Sans"/>
              </a:rPr>
              <a:t>    IF @Counter = 4 GOTO Branch_One --Jumps to the first branch.  </a:t>
            </a:r>
            <a:endParaRPr b="1" sz="19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1900">
                <a:latin typeface="Quattrocento Sans"/>
                <a:ea typeface="Quattrocento Sans"/>
                <a:cs typeface="Quattrocento Sans"/>
                <a:sym typeface="Quattrocento Sans"/>
              </a:rPr>
              <a:t>    IF @Counter = 5 GOTO Branch_Two  --This will never execute.  </a:t>
            </a:r>
            <a:endParaRPr b="1" sz="19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1900">
                <a:latin typeface="Quattrocento Sans"/>
                <a:ea typeface="Quattrocento Sans"/>
                <a:cs typeface="Quattrocento Sans"/>
                <a:sym typeface="Quattrocento Sans"/>
              </a:rPr>
              <a:t>END  </a:t>
            </a:r>
            <a:endParaRPr b="1" sz="19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1900">
                <a:latin typeface="Quattrocento Sans"/>
                <a:ea typeface="Quattrocento Sans"/>
                <a:cs typeface="Quattrocento Sans"/>
                <a:sym typeface="Quattrocento Sans"/>
              </a:rPr>
              <a:t>Branch_One:  </a:t>
            </a:r>
            <a:endParaRPr b="1" sz="19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1900">
                <a:latin typeface="Quattrocento Sans"/>
                <a:ea typeface="Quattrocento Sans"/>
                <a:cs typeface="Quattrocento Sans"/>
                <a:sym typeface="Quattrocento Sans"/>
              </a:rPr>
              <a:t>    SELECT 'Jumping To Branch One.'  </a:t>
            </a:r>
            <a:endParaRPr b="1" sz="19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1900">
                <a:latin typeface="Quattrocento Sans"/>
                <a:ea typeface="Quattrocento Sans"/>
                <a:cs typeface="Quattrocento Sans"/>
                <a:sym typeface="Quattrocento Sans"/>
              </a:rPr>
              <a:t>    GOTO Branch_Three; --This will prevent Branch_Two from executing.  </a:t>
            </a:r>
            <a:endParaRPr b="1" sz="19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1900">
                <a:latin typeface="Quattrocento Sans"/>
                <a:ea typeface="Quattrocento Sans"/>
                <a:cs typeface="Quattrocento Sans"/>
                <a:sym typeface="Quattrocento Sans"/>
              </a:rPr>
              <a:t>Branch_Two:  </a:t>
            </a:r>
            <a:endParaRPr b="1" sz="19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1900">
                <a:latin typeface="Quattrocento Sans"/>
                <a:ea typeface="Quattrocento Sans"/>
                <a:cs typeface="Quattrocento Sans"/>
                <a:sym typeface="Quattrocento Sans"/>
              </a:rPr>
              <a:t>    SELECT 'Jumping To Branch Two.'  </a:t>
            </a:r>
            <a:endParaRPr b="1" sz="19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1900">
                <a:latin typeface="Quattrocento Sans"/>
                <a:ea typeface="Quattrocento Sans"/>
                <a:cs typeface="Quattrocento Sans"/>
                <a:sym typeface="Quattrocento Sans"/>
              </a:rPr>
              <a:t>Branch_Three:  </a:t>
            </a:r>
            <a:endParaRPr b="1" sz="1900">
              <a:latin typeface="Quattrocento Sans"/>
              <a:ea typeface="Quattrocento Sans"/>
              <a:cs typeface="Quattrocento Sans"/>
              <a:sym typeface="Quattrocento Sans"/>
            </a:endParaRPr>
          </a:p>
          <a:p>
            <a:pPr indent="0" lvl="0" marL="0" rtl="0" algn="l">
              <a:spcBef>
                <a:spcPts val="0"/>
              </a:spcBef>
              <a:spcAft>
                <a:spcPts val="0"/>
              </a:spcAft>
              <a:buClr>
                <a:schemeClr val="dk1"/>
              </a:buClr>
              <a:buSzPts val="1100"/>
              <a:buFont typeface="Arial"/>
              <a:buNone/>
            </a:pPr>
            <a:r>
              <a:rPr b="1" lang="en-US" sz="1900">
                <a:latin typeface="Quattrocento Sans"/>
                <a:ea typeface="Quattrocento Sans"/>
                <a:cs typeface="Quattrocento Sans"/>
                <a:sym typeface="Quattrocento Sans"/>
              </a:rPr>
              <a:t>    SELECT 'Jumping To Branch Three.';</a:t>
            </a:r>
            <a:endParaRPr b="1" sz="1900">
              <a:latin typeface="Quattrocento Sans"/>
              <a:ea typeface="Quattrocento Sans"/>
              <a:cs typeface="Quattrocento Sans"/>
              <a:sym typeface="Quattrocento Sans"/>
            </a:endParaRPr>
          </a:p>
          <a:p>
            <a:pPr indent="0" lvl="0" marL="0" rtl="0" algn="l">
              <a:spcBef>
                <a:spcPts val="0"/>
              </a:spcBef>
              <a:spcAft>
                <a:spcPts val="0"/>
              </a:spcAft>
              <a:buNone/>
            </a:pPr>
            <a:r>
              <a:t/>
            </a:r>
            <a:endParaRPr b="1" sz="1900">
              <a:latin typeface="Quattrocento Sans"/>
              <a:ea typeface="Quattrocento Sans"/>
              <a:cs typeface="Quattrocento Sans"/>
              <a:sym typeface="Quattrocento Sans"/>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g283a0ad4a90_0_507"/>
          <p:cNvSpPr txBox="1"/>
          <p:nvPr>
            <p:ph type="title"/>
          </p:nvPr>
        </p:nvSpPr>
        <p:spPr>
          <a:xfrm>
            <a:off x="4457699" y="715961"/>
            <a:ext cx="7218900" cy="118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Quattrocento Sans"/>
              <a:buNone/>
            </a:pPr>
            <a:r>
              <a:rPr lang="en-US"/>
              <a:t>Integrating SQL and Python</a:t>
            </a:r>
            <a:endParaRPr/>
          </a:p>
        </p:txBody>
      </p:sp>
      <p:sp>
        <p:nvSpPr>
          <p:cNvPr id="485" name="Google Shape;485;g283a0ad4a90_0_507"/>
          <p:cNvSpPr txBox="1"/>
          <p:nvPr>
            <p:ph idx="1" type="body"/>
          </p:nvPr>
        </p:nvSpPr>
        <p:spPr>
          <a:xfrm>
            <a:off x="3797250" y="2057400"/>
            <a:ext cx="7879500" cy="3276600"/>
          </a:xfrm>
          <a:prstGeom prst="rect">
            <a:avLst/>
          </a:prstGeom>
          <a:noFill/>
          <a:ln>
            <a:noFill/>
          </a:ln>
        </p:spPr>
        <p:txBody>
          <a:bodyPr anchorCtr="0" anchor="t" bIns="45700" lIns="91425" spcFirstLastPara="1" rIns="91425" wrap="square" tIns="45700">
            <a:noAutofit/>
          </a:bodyPr>
          <a:lstStyle/>
          <a:p>
            <a:pPr indent="0" lvl="0" marL="0" rtl="0" algn="l">
              <a:lnSpc>
                <a:spcPct val="140000"/>
              </a:lnSpc>
              <a:spcBef>
                <a:spcPts val="1000"/>
              </a:spcBef>
              <a:spcAft>
                <a:spcPts val="0"/>
              </a:spcAft>
              <a:buSzPts val="1018"/>
              <a:buNone/>
            </a:pPr>
            <a:r>
              <a:rPr lang="en-US" sz="2065" u="sng">
                <a:solidFill>
                  <a:schemeClr val="hlink"/>
                </a:solidFill>
                <a:hlinkClick r:id="rId3"/>
              </a:rPr>
              <a:t>https://colab.research.google.com/drive/13qXZW3M5jCpZn6VUPe-AijgA4igK-XGi?usp=sharing</a:t>
            </a:r>
            <a:endParaRPr sz="2065"/>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490" name="Shape 490"/>
        <p:cNvGrpSpPr/>
        <p:nvPr/>
      </p:nvGrpSpPr>
      <p:grpSpPr>
        <a:xfrm>
          <a:off x="0" y="0"/>
          <a:ext cx="0" cy="0"/>
          <a:chOff x="0" y="0"/>
          <a:chExt cx="0" cy="0"/>
        </a:xfrm>
      </p:grpSpPr>
      <p:sp>
        <p:nvSpPr>
          <p:cNvPr id="491" name="Google Shape;491;p3"/>
          <p:cNvSpPr txBox="1"/>
          <p:nvPr>
            <p:ph type="title"/>
          </p:nvPr>
        </p:nvSpPr>
        <p:spPr>
          <a:xfrm>
            <a:off x="1525351" y="3252967"/>
            <a:ext cx="9141300" cy="800400"/>
          </a:xfrm>
          <a:prstGeom prst="rect">
            <a:avLst/>
          </a:prstGeom>
          <a:noFill/>
          <a:ln>
            <a:noFill/>
          </a:ln>
        </p:spPr>
        <p:txBody>
          <a:bodyPr anchorCtr="0" anchor="b" bIns="0" lIns="0" spcFirstLastPara="1" rIns="0" wrap="square" tIns="0">
            <a:spAutoFit/>
          </a:bodyPr>
          <a:lstStyle/>
          <a:p>
            <a:pPr indent="0" lvl="0" marL="0" rtl="0" algn="ctr">
              <a:lnSpc>
                <a:spcPct val="100000"/>
              </a:lnSpc>
              <a:spcBef>
                <a:spcPts val="0"/>
              </a:spcBef>
              <a:spcAft>
                <a:spcPts val="0"/>
              </a:spcAft>
              <a:buClr>
                <a:schemeClr val="lt1"/>
              </a:buClr>
              <a:buSzPts val="4000"/>
              <a:buFont typeface="Quattrocento Sans"/>
              <a:buNone/>
            </a:pPr>
            <a:r>
              <a:rPr lang="en-US" sz="5200"/>
              <a:t>Thank you</a:t>
            </a:r>
            <a:endParaRPr sz="5200"/>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Office Theme">
  <a:themeElements>
    <a:clrScheme name="Islander">
      <a:dk1>
        <a:srgbClr val="000000"/>
      </a:dk1>
      <a:lt1>
        <a:srgbClr val="FFFFFF"/>
      </a:lt1>
      <a:dk2>
        <a:srgbClr val="000000"/>
      </a:dk2>
      <a:lt2>
        <a:srgbClr val="E6E6E6"/>
      </a:lt2>
      <a:accent1>
        <a:srgbClr val="E56925"/>
      </a:accent1>
      <a:accent2>
        <a:srgbClr val="F19936"/>
      </a:accent2>
      <a:accent3>
        <a:srgbClr val="5DA3CC"/>
      </a:accent3>
      <a:accent4>
        <a:srgbClr val="B3DAD6"/>
      </a:accent4>
      <a:accent5>
        <a:srgbClr val="76B144"/>
      </a:accent5>
      <a:accent6>
        <a:srgbClr val="438F63"/>
      </a:accent6>
      <a:hlink>
        <a:srgbClr val="E2DD60"/>
      </a:hlink>
      <a:folHlink>
        <a:srgbClr val="E7857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Office Theme">
  <a:themeElements>
    <a:clrScheme name="Islander">
      <a:dk1>
        <a:srgbClr val="000000"/>
      </a:dk1>
      <a:lt1>
        <a:srgbClr val="FFFFFF"/>
      </a:lt1>
      <a:dk2>
        <a:srgbClr val="000000"/>
      </a:dk2>
      <a:lt2>
        <a:srgbClr val="E6E6E6"/>
      </a:lt2>
      <a:accent1>
        <a:srgbClr val="E56925"/>
      </a:accent1>
      <a:accent2>
        <a:srgbClr val="F19936"/>
      </a:accent2>
      <a:accent3>
        <a:srgbClr val="5DA3CC"/>
      </a:accent3>
      <a:accent4>
        <a:srgbClr val="B3DAD6"/>
      </a:accent4>
      <a:accent5>
        <a:srgbClr val="76B144"/>
      </a:accent5>
      <a:accent6>
        <a:srgbClr val="438F63"/>
      </a:accent6>
      <a:hlink>
        <a:srgbClr val="E2DD60"/>
      </a:hlink>
      <a:folHlink>
        <a:srgbClr val="E7857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2021-01-14T05:45:19Z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AITags">
    <vt:lpwstr/>
  </property>
  <property fmtid="{D5CDD505-2E9C-101B-9397-08002B2CF9AE}" pid="3" name="ContentTypeId">
    <vt:lpwstr>0x01010079F111ED35F8CC479449609E8A0923A6</vt:lpwstr>
  </property>
</Properties>
</file>